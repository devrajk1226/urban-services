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1"/>
  </p:notesMasterIdLst>
  <p:sldIdLst>
    <p:sldId id="256" r:id="rId2"/>
    <p:sldId id="257" r:id="rId3"/>
    <p:sldId id="258" r:id="rId4"/>
    <p:sldId id="283" r:id="rId5"/>
    <p:sldId id="286" r:id="rId6"/>
    <p:sldId id="287" r:id="rId7"/>
    <p:sldId id="288" r:id="rId8"/>
    <p:sldId id="285" r:id="rId9"/>
    <p:sldId id="279" r:id="rId10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12"/>
    </p:embeddedFont>
    <p:embeddedFont>
      <p:font typeface="Bebas Neue" panose="020B0604020202020204" charset="0"/>
      <p:regular r:id="rId13"/>
    </p:embeddedFont>
    <p:embeddedFont>
      <p:font typeface="Karla" pitchFamily="2" charset="0"/>
      <p:regular r:id="rId14"/>
      <p:bold r:id="rId15"/>
      <p:italic r:id="rId16"/>
      <p:boldItalic r:id="rId17"/>
    </p:embeddedFont>
    <p:embeddedFont>
      <p:font typeface="Rubik Black" panose="020B0604020202020204" charset="-79"/>
      <p:bold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816EC3B-CFBB-44FC-9A7A-1C027659BC72}">
  <a:tblStyle styleId="{6816EC3B-CFBB-44FC-9A7A-1C027659BC7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864B7E9-444D-4657-83B8-3DA6071B678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3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4d2792e9d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14d2792e9da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0fb8bc67f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0fb8bc67f7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74499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1125d80b419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1125d80b419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11" name="Google Shape;11;p2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" name="Google Shape;12;p2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13" name="Google Shape;13;p2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14" name="Google Shape;14;p2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5" name="Google Shape;15;p2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" name="Google Shape;16;p2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7" name="Google Shape;17;p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" name="Google Shape;18;p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9" name="Google Shape;19;p2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0" name="Google Shape;20;p2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1" name="Google Shape;21;p2"/>
          <p:cNvGrpSpPr/>
          <p:nvPr/>
        </p:nvGrpSpPr>
        <p:grpSpPr>
          <a:xfrm>
            <a:off x="914400" y="535100"/>
            <a:ext cx="7406700" cy="4164575"/>
            <a:chOff x="914400" y="535100"/>
            <a:chExt cx="7406700" cy="4164575"/>
          </a:xfrm>
        </p:grpSpPr>
        <p:sp>
          <p:nvSpPr>
            <p:cNvPr id="22" name="Google Shape;22;p2"/>
            <p:cNvSpPr/>
            <p:nvPr/>
          </p:nvSpPr>
          <p:spPr>
            <a:xfrm>
              <a:off x="1005900" y="626275"/>
              <a:ext cx="7315200" cy="4073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" name="Google Shape;23;p2"/>
            <p:cNvGrpSpPr/>
            <p:nvPr/>
          </p:nvGrpSpPr>
          <p:grpSpPr>
            <a:xfrm>
              <a:off x="914400" y="535100"/>
              <a:ext cx="7315200" cy="4073400"/>
              <a:chOff x="914400" y="535100"/>
              <a:chExt cx="7315200" cy="4073400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914400" y="535100"/>
                <a:ext cx="7315200" cy="40734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5" name="Google Shape;25;p2"/>
              <p:cNvGrpSpPr/>
              <p:nvPr/>
            </p:nvGrpSpPr>
            <p:grpSpPr>
              <a:xfrm>
                <a:off x="7955100" y="6263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6" name="Google Shape;26;p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" name="Google Shape;27;p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8" name="Google Shape;28;p2"/>
              <p:cNvSpPr/>
              <p:nvPr/>
            </p:nvSpPr>
            <p:spPr>
              <a:xfrm>
                <a:off x="7635000" y="6263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9" name="Google Shape;29;p2"/>
              <p:cNvCxnSpPr/>
              <p:nvPr/>
            </p:nvCxnSpPr>
            <p:spPr>
              <a:xfrm>
                <a:off x="7284899" y="8093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" name="Google Shape;30;p2"/>
              <p:cNvCxnSpPr/>
              <p:nvPr/>
            </p:nvCxnSpPr>
            <p:spPr>
              <a:xfrm>
                <a:off x="916188" y="900697"/>
                <a:ext cx="7310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1" name="Google Shape;31;p2"/>
          <p:cNvSpPr txBox="1">
            <a:spLocks noGrp="1"/>
          </p:cNvSpPr>
          <p:nvPr>
            <p:ph type="ctrTitle"/>
          </p:nvPr>
        </p:nvSpPr>
        <p:spPr>
          <a:xfrm>
            <a:off x="1828800" y="1174903"/>
            <a:ext cx="5486400" cy="246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2"/>
          <p:cNvSpPr txBox="1">
            <a:spLocks noGrp="1"/>
          </p:cNvSpPr>
          <p:nvPr>
            <p:ph type="subTitle" idx="1"/>
          </p:nvPr>
        </p:nvSpPr>
        <p:spPr>
          <a:xfrm>
            <a:off x="1828800" y="3877100"/>
            <a:ext cx="5486400" cy="3657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36" name="Google Shape;36;p3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3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38" name="Google Shape;38;p3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9" name="Google Shape;39;p3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40" name="Google Shape;40;p3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41" name="Google Shape;41;p3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2" name="Google Shape;42;p3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43" name="Google Shape;43;p3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4" name="Google Shape;44;p3"/>
              <p:cNvCxnSpPr/>
              <p:nvPr/>
            </p:nvCxnSpPr>
            <p:spPr>
              <a:xfrm>
                <a:off x="6827699" y="1017288"/>
                <a:ext cx="208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45" name="Google Shape;45;p3"/>
          <p:cNvSpPr txBox="1">
            <a:spLocks noGrp="1"/>
          </p:cNvSpPr>
          <p:nvPr>
            <p:ph type="title"/>
          </p:nvPr>
        </p:nvSpPr>
        <p:spPr>
          <a:xfrm>
            <a:off x="1828800" y="2114550"/>
            <a:ext cx="54864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46" name="Google Shape;46;p3"/>
          <p:cNvSpPr txBox="1">
            <a:spLocks noGrp="1"/>
          </p:cNvSpPr>
          <p:nvPr>
            <p:ph type="title" idx="2" hasCustomPrompt="1"/>
          </p:nvPr>
        </p:nvSpPr>
        <p:spPr>
          <a:xfrm>
            <a:off x="947550" y="679350"/>
            <a:ext cx="1368300" cy="137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7" name="Google Shape;47;p3"/>
          <p:cNvSpPr txBox="1">
            <a:spLocks noGrp="1"/>
          </p:cNvSpPr>
          <p:nvPr>
            <p:ph type="subTitle" idx="1"/>
          </p:nvPr>
        </p:nvSpPr>
        <p:spPr>
          <a:xfrm>
            <a:off x="2286000" y="3952891"/>
            <a:ext cx="4572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" name="Google Shape;50;p4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51" name="Google Shape;51;p4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" name="Google Shape;52;p4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53" name="Google Shape;53;p4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54" name="Google Shape;54;p4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55" name="Google Shape;55;p4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6" name="Google Shape;56;p4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57" name="Google Shape;57;p4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" name="Google Shape;58;p4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59" name="Google Shape;59;p4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0" name="Google Shape;60;p4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61" name="Google Shape;61;p4"/>
          <p:cNvSpPr txBox="1">
            <a:spLocks noGrp="1"/>
          </p:cNvSpPr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"/>
          <p:cNvSpPr txBox="1">
            <a:spLocks noGrp="1"/>
          </p:cNvSpPr>
          <p:nvPr>
            <p:ph type="body" idx="1"/>
          </p:nvPr>
        </p:nvSpPr>
        <p:spPr>
          <a:xfrm>
            <a:off x="715100" y="1417200"/>
            <a:ext cx="77139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5" name="Google Shape;185;p13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186" name="Google Shape;186;p13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7" name="Google Shape;187;p13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188" name="Google Shape;188;p13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189" name="Google Shape;189;p13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90" name="Google Shape;190;p13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1" name="Google Shape;191;p13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92" name="Google Shape;192;p13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" name="Google Shape;193;p13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94" name="Google Shape;194;p13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95" name="Google Shape;195;p13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96" name="Google Shape;196;p13"/>
          <p:cNvSpPr txBox="1">
            <a:spLocks noGrp="1"/>
          </p:cNvSpPr>
          <p:nvPr>
            <p:ph type="subTitle" idx="1"/>
          </p:nvPr>
        </p:nvSpPr>
        <p:spPr>
          <a:xfrm>
            <a:off x="1957976" y="1802875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7" name="Google Shape;197;p13"/>
          <p:cNvSpPr txBox="1">
            <a:spLocks noGrp="1"/>
          </p:cNvSpPr>
          <p:nvPr>
            <p:ph type="subTitle" idx="2"/>
          </p:nvPr>
        </p:nvSpPr>
        <p:spPr>
          <a:xfrm>
            <a:off x="1957956" y="3399150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8" name="Google Shape;198;p13"/>
          <p:cNvSpPr txBox="1">
            <a:spLocks noGrp="1"/>
          </p:cNvSpPr>
          <p:nvPr>
            <p:ph type="subTitle" idx="3"/>
          </p:nvPr>
        </p:nvSpPr>
        <p:spPr>
          <a:xfrm>
            <a:off x="5997466" y="1803588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9" name="Google Shape;199;p13"/>
          <p:cNvSpPr txBox="1">
            <a:spLocks noGrp="1"/>
          </p:cNvSpPr>
          <p:nvPr>
            <p:ph type="subTitle" idx="4"/>
          </p:nvPr>
        </p:nvSpPr>
        <p:spPr>
          <a:xfrm>
            <a:off x="6043506" y="3399143"/>
            <a:ext cx="22860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0" name="Google Shape;200;p13"/>
          <p:cNvSpPr txBox="1">
            <a:spLocks noGrp="1"/>
          </p:cNvSpPr>
          <p:nvPr>
            <p:ph type="title" hasCustomPrompt="1"/>
          </p:nvPr>
        </p:nvSpPr>
        <p:spPr>
          <a:xfrm>
            <a:off x="769317" y="1802875"/>
            <a:ext cx="1188600" cy="109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1" name="Google Shape;201;p13"/>
          <p:cNvSpPr txBox="1">
            <a:spLocks noGrp="1"/>
          </p:cNvSpPr>
          <p:nvPr>
            <p:ph type="subTitle" idx="5"/>
          </p:nvPr>
        </p:nvSpPr>
        <p:spPr>
          <a:xfrm>
            <a:off x="1957976" y="2261521"/>
            <a:ext cx="237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13"/>
          <p:cNvSpPr txBox="1">
            <a:spLocks noGrp="1"/>
          </p:cNvSpPr>
          <p:nvPr>
            <p:ph type="title" idx="6" hasCustomPrompt="1"/>
          </p:nvPr>
        </p:nvSpPr>
        <p:spPr>
          <a:xfrm>
            <a:off x="4808859" y="1803600"/>
            <a:ext cx="1188600" cy="109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3" name="Google Shape;203;p13"/>
          <p:cNvSpPr txBox="1">
            <a:spLocks noGrp="1"/>
          </p:cNvSpPr>
          <p:nvPr>
            <p:ph type="subTitle" idx="7"/>
          </p:nvPr>
        </p:nvSpPr>
        <p:spPr>
          <a:xfrm>
            <a:off x="5997466" y="2260800"/>
            <a:ext cx="237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3"/>
          <p:cNvSpPr txBox="1">
            <a:spLocks noGrp="1"/>
          </p:cNvSpPr>
          <p:nvPr>
            <p:ph type="title" idx="8" hasCustomPrompt="1"/>
          </p:nvPr>
        </p:nvSpPr>
        <p:spPr>
          <a:xfrm>
            <a:off x="769347" y="3399150"/>
            <a:ext cx="1188600" cy="109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5" name="Google Shape;205;p13"/>
          <p:cNvSpPr txBox="1">
            <a:spLocks noGrp="1"/>
          </p:cNvSpPr>
          <p:nvPr>
            <p:ph type="subTitle" idx="9"/>
          </p:nvPr>
        </p:nvSpPr>
        <p:spPr>
          <a:xfrm>
            <a:off x="1957956" y="3856343"/>
            <a:ext cx="237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13"/>
          <p:cNvSpPr txBox="1">
            <a:spLocks noGrp="1"/>
          </p:cNvSpPr>
          <p:nvPr>
            <p:ph type="title" idx="13" hasCustomPrompt="1"/>
          </p:nvPr>
        </p:nvSpPr>
        <p:spPr>
          <a:xfrm>
            <a:off x="4854897" y="3399143"/>
            <a:ext cx="1188600" cy="109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7" name="Google Shape;207;p13"/>
          <p:cNvSpPr txBox="1">
            <a:spLocks noGrp="1"/>
          </p:cNvSpPr>
          <p:nvPr>
            <p:ph type="subTitle" idx="14"/>
          </p:nvPr>
        </p:nvSpPr>
        <p:spPr>
          <a:xfrm>
            <a:off x="6043506" y="3856343"/>
            <a:ext cx="22860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3"/>
          <p:cNvSpPr txBox="1">
            <a:spLocks noGrp="1"/>
          </p:cNvSpPr>
          <p:nvPr>
            <p:ph type="title" idx="15"/>
          </p:nvPr>
        </p:nvSpPr>
        <p:spPr>
          <a:xfrm>
            <a:off x="715650" y="731525"/>
            <a:ext cx="77133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2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6" name="Google Shape;386;p23"/>
          <p:cNvGrpSpPr/>
          <p:nvPr/>
        </p:nvGrpSpPr>
        <p:grpSpPr>
          <a:xfrm>
            <a:off x="914400" y="535100"/>
            <a:ext cx="7406700" cy="4164575"/>
            <a:chOff x="914400" y="535100"/>
            <a:chExt cx="7406700" cy="4164575"/>
          </a:xfrm>
        </p:grpSpPr>
        <p:sp>
          <p:nvSpPr>
            <p:cNvPr id="387" name="Google Shape;387;p23"/>
            <p:cNvSpPr/>
            <p:nvPr/>
          </p:nvSpPr>
          <p:spPr>
            <a:xfrm>
              <a:off x="1005900" y="626275"/>
              <a:ext cx="7315200" cy="4073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8" name="Google Shape;388;p23"/>
            <p:cNvGrpSpPr/>
            <p:nvPr/>
          </p:nvGrpSpPr>
          <p:grpSpPr>
            <a:xfrm>
              <a:off x="914400" y="535100"/>
              <a:ext cx="7315200" cy="4073400"/>
              <a:chOff x="914400" y="535100"/>
              <a:chExt cx="7315200" cy="4073400"/>
            </a:xfrm>
          </p:grpSpPr>
          <p:sp>
            <p:nvSpPr>
              <p:cNvPr id="389" name="Google Shape;389;p23"/>
              <p:cNvSpPr/>
              <p:nvPr/>
            </p:nvSpPr>
            <p:spPr>
              <a:xfrm>
                <a:off x="914400" y="535100"/>
                <a:ext cx="7315200" cy="40734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90" name="Google Shape;390;p23"/>
              <p:cNvGrpSpPr/>
              <p:nvPr/>
            </p:nvGrpSpPr>
            <p:grpSpPr>
              <a:xfrm>
                <a:off x="7955100" y="6263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91" name="Google Shape;391;p23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92" name="Google Shape;392;p23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93" name="Google Shape;393;p23"/>
              <p:cNvSpPr/>
              <p:nvPr/>
            </p:nvSpPr>
            <p:spPr>
              <a:xfrm>
                <a:off x="7635000" y="6263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94" name="Google Shape;394;p23"/>
              <p:cNvCxnSpPr/>
              <p:nvPr/>
            </p:nvCxnSpPr>
            <p:spPr>
              <a:xfrm>
                <a:off x="7284899" y="8093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5" name="Google Shape;395;p23"/>
              <p:cNvCxnSpPr/>
              <p:nvPr/>
            </p:nvCxnSpPr>
            <p:spPr>
              <a:xfrm>
                <a:off x="916188" y="900697"/>
                <a:ext cx="7310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96" name="Google Shape;396;p23"/>
          <p:cNvSpPr txBox="1">
            <a:spLocks noGrp="1"/>
          </p:cNvSpPr>
          <p:nvPr>
            <p:ph type="ctrTitle"/>
          </p:nvPr>
        </p:nvSpPr>
        <p:spPr>
          <a:xfrm>
            <a:off x="2285980" y="984428"/>
            <a:ext cx="45720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97" name="Google Shape;397;p23"/>
          <p:cNvSpPr txBox="1">
            <a:spLocks noGrp="1"/>
          </p:cNvSpPr>
          <p:nvPr>
            <p:ph type="subTitle" idx="1"/>
          </p:nvPr>
        </p:nvSpPr>
        <p:spPr>
          <a:xfrm>
            <a:off x="2285980" y="1898836"/>
            <a:ext cx="45720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98" name="Google Shape;398;p23"/>
          <p:cNvSpPr txBox="1"/>
          <p:nvPr/>
        </p:nvSpPr>
        <p:spPr>
          <a:xfrm>
            <a:off x="2286020" y="3535412"/>
            <a:ext cx="4572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CREDITS</a:t>
            </a:r>
            <a:r>
              <a:rPr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: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, including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, and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Black"/>
              <a:buNone/>
              <a:defRPr sz="35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9" r:id="rId4"/>
    <p:sldLayoutId id="2147483669" r:id="rId5"/>
    <p:sldLayoutId id="2147483671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  <p15:guide id="7" pos="173">
          <p15:clr>
            <a:srgbClr val="EA4335"/>
          </p15:clr>
        </p15:guide>
        <p15:guide id="8" orient="horz" pos="173">
          <p15:clr>
            <a:srgbClr val="EA4335"/>
          </p15:clr>
        </p15:guide>
        <p15:guide id="9" pos="5587">
          <p15:clr>
            <a:srgbClr val="EA4335"/>
          </p15:clr>
        </p15:guide>
        <p15:guide id="10" orient="horz" pos="306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9"/>
          <p:cNvSpPr txBox="1">
            <a:spLocks noGrp="1"/>
          </p:cNvSpPr>
          <p:nvPr>
            <p:ph type="ctrTitle"/>
          </p:nvPr>
        </p:nvSpPr>
        <p:spPr>
          <a:xfrm>
            <a:off x="1828800" y="1174899"/>
            <a:ext cx="5486400" cy="246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Rubik Black" panose="020B0604020202020204" charset="-79"/>
                <a:cs typeface="Rubik Black" panose="020B0604020202020204" charset="-79"/>
              </a:rPr>
              <a:t>URBAN</a:t>
            </a:r>
            <a:br>
              <a:rPr lang="en-US" b="1" dirty="0">
                <a:latin typeface="Rubik Black" panose="020B0604020202020204" charset="-79"/>
                <a:cs typeface="Rubik Black" panose="020B0604020202020204" charset="-79"/>
              </a:rPr>
            </a:br>
            <a:r>
              <a:rPr lang="en-US" b="1" dirty="0">
                <a:latin typeface="Rubik Black" panose="020B0604020202020204" charset="-79"/>
                <a:cs typeface="Rubik Black" panose="020B0604020202020204" charset="-79"/>
              </a:rPr>
              <a:t>HOME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>
                <a:latin typeface="Rubik Black" panose="020B0604020202020204" charset="-79"/>
                <a:cs typeface="Rubik Black" panose="020B0604020202020204" charset="-79"/>
              </a:rPr>
              <a:t>SERVICES</a:t>
            </a:r>
            <a:endParaRPr dirty="0">
              <a:latin typeface="Rubik Black" panose="020B0604020202020204" charset="-79"/>
              <a:cs typeface="Rubik Black" panose="020B0604020202020204" charset="-79"/>
            </a:endParaRPr>
          </a:p>
        </p:txBody>
      </p:sp>
      <p:sp>
        <p:nvSpPr>
          <p:cNvPr id="413" name="Google Shape;413;p29"/>
          <p:cNvSpPr txBox="1">
            <a:spLocks noGrp="1"/>
          </p:cNvSpPr>
          <p:nvPr>
            <p:ph type="subTitle" idx="1"/>
          </p:nvPr>
        </p:nvSpPr>
        <p:spPr>
          <a:xfrm>
            <a:off x="1828800" y="3877100"/>
            <a:ext cx="54864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4" name="Google Shape;414;p29"/>
          <p:cNvSpPr/>
          <p:nvPr/>
        </p:nvSpPr>
        <p:spPr>
          <a:xfrm rot="-2700000">
            <a:off x="7125203" y="4050192"/>
            <a:ext cx="365716" cy="36571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5" name="Google Shape;415;p29"/>
          <p:cNvGrpSpPr/>
          <p:nvPr/>
        </p:nvGrpSpPr>
        <p:grpSpPr>
          <a:xfrm>
            <a:off x="136938" y="2571748"/>
            <a:ext cx="1827475" cy="1051350"/>
            <a:chOff x="274188" y="1278048"/>
            <a:chExt cx="1827475" cy="1051350"/>
          </a:xfrm>
        </p:grpSpPr>
        <p:sp>
          <p:nvSpPr>
            <p:cNvPr id="416" name="Google Shape;416;p29"/>
            <p:cNvSpPr/>
            <p:nvPr/>
          </p:nvSpPr>
          <p:spPr>
            <a:xfrm>
              <a:off x="364363" y="1369398"/>
              <a:ext cx="1737300" cy="9600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7" name="Google Shape;417;p29"/>
            <p:cNvGrpSpPr/>
            <p:nvPr/>
          </p:nvGrpSpPr>
          <p:grpSpPr>
            <a:xfrm>
              <a:off x="274188" y="1278048"/>
              <a:ext cx="1737300" cy="960000"/>
              <a:chOff x="7146475" y="2190661"/>
              <a:chExt cx="1737300" cy="960000"/>
            </a:xfrm>
          </p:grpSpPr>
          <p:sp>
            <p:nvSpPr>
              <p:cNvPr id="418" name="Google Shape;418;p29"/>
              <p:cNvSpPr/>
              <p:nvPr/>
            </p:nvSpPr>
            <p:spPr>
              <a:xfrm>
                <a:off x="7146475" y="2190661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19" name="Google Shape;419;p29"/>
              <p:cNvCxnSpPr/>
              <p:nvPr/>
            </p:nvCxnSpPr>
            <p:spPr>
              <a:xfrm>
                <a:off x="7151600" y="2373361"/>
                <a:ext cx="1724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20" name="Google Shape;420;p29"/>
            <p:cNvGrpSpPr/>
            <p:nvPr/>
          </p:nvGrpSpPr>
          <p:grpSpPr>
            <a:xfrm>
              <a:off x="447057" y="1555937"/>
              <a:ext cx="1391436" cy="587426"/>
              <a:chOff x="817139" y="2952501"/>
              <a:chExt cx="1391436" cy="587426"/>
            </a:xfrm>
          </p:grpSpPr>
          <p:sp>
            <p:nvSpPr>
              <p:cNvPr id="421" name="Google Shape;421;p29"/>
              <p:cNvSpPr/>
              <p:nvPr/>
            </p:nvSpPr>
            <p:spPr>
              <a:xfrm>
                <a:off x="834354" y="3033062"/>
                <a:ext cx="328236" cy="324038"/>
              </a:xfrm>
              <a:custGeom>
                <a:avLst/>
                <a:gdLst/>
                <a:ahLst/>
                <a:cxnLst/>
                <a:rect l="l" t="t" r="r" b="b"/>
                <a:pathLst>
                  <a:path w="8732" h="8733" extrusionOk="0">
                    <a:moveTo>
                      <a:pt x="4366" y="1"/>
                    </a:moveTo>
                    <a:cubicBezTo>
                      <a:pt x="1951" y="1"/>
                      <a:pt x="0" y="1952"/>
                      <a:pt x="0" y="4366"/>
                    </a:cubicBezTo>
                    <a:cubicBezTo>
                      <a:pt x="0" y="6757"/>
                      <a:pt x="1951" y="8732"/>
                      <a:pt x="4366" y="8732"/>
                    </a:cubicBezTo>
                    <a:cubicBezTo>
                      <a:pt x="6780" y="8732"/>
                      <a:pt x="8732" y="6757"/>
                      <a:pt x="8732" y="4366"/>
                    </a:cubicBezTo>
                    <a:cubicBezTo>
                      <a:pt x="8732" y="1952"/>
                      <a:pt x="6780" y="1"/>
                      <a:pt x="43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29"/>
              <p:cNvSpPr/>
              <p:nvPr/>
            </p:nvSpPr>
            <p:spPr>
              <a:xfrm>
                <a:off x="817139" y="3173107"/>
                <a:ext cx="735110" cy="366820"/>
              </a:xfrm>
              <a:custGeom>
                <a:avLst/>
                <a:gdLst/>
                <a:ahLst/>
                <a:cxnLst/>
                <a:rect l="l" t="t" r="r" b="b"/>
                <a:pathLst>
                  <a:path w="19556" h="9886" extrusionOk="0">
                    <a:moveTo>
                      <a:pt x="10025" y="0"/>
                    </a:moveTo>
                    <a:cubicBezTo>
                      <a:pt x="7970" y="0"/>
                      <a:pt x="5937" y="1254"/>
                      <a:pt x="5263" y="3544"/>
                    </a:cubicBezTo>
                    <a:cubicBezTo>
                      <a:pt x="4773" y="3298"/>
                      <a:pt x="4258" y="3184"/>
                      <a:pt x="3754" y="3184"/>
                    </a:cubicBezTo>
                    <a:cubicBezTo>
                      <a:pt x="2252" y="3184"/>
                      <a:pt x="848" y="4199"/>
                      <a:pt x="482" y="5787"/>
                    </a:cubicBezTo>
                    <a:cubicBezTo>
                      <a:pt x="0" y="7884"/>
                      <a:pt x="1590" y="9886"/>
                      <a:pt x="3723" y="9886"/>
                    </a:cubicBezTo>
                    <a:cubicBezTo>
                      <a:pt x="3748" y="9886"/>
                      <a:pt x="3774" y="9885"/>
                      <a:pt x="3799" y="9885"/>
                    </a:cubicBezTo>
                    <a:lnTo>
                      <a:pt x="15531" y="9885"/>
                    </a:lnTo>
                    <a:cubicBezTo>
                      <a:pt x="17750" y="9885"/>
                      <a:pt x="19555" y="8104"/>
                      <a:pt x="19555" y="5885"/>
                    </a:cubicBezTo>
                    <a:cubicBezTo>
                      <a:pt x="19555" y="3641"/>
                      <a:pt x="17750" y="1861"/>
                      <a:pt x="15531" y="1861"/>
                    </a:cubicBezTo>
                    <a:cubicBezTo>
                      <a:pt x="15019" y="1861"/>
                      <a:pt x="14531" y="1958"/>
                      <a:pt x="14068" y="2129"/>
                    </a:cubicBezTo>
                    <a:cubicBezTo>
                      <a:pt x="13064" y="681"/>
                      <a:pt x="11538" y="0"/>
                      <a:pt x="100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29"/>
              <p:cNvSpPr/>
              <p:nvPr/>
            </p:nvSpPr>
            <p:spPr>
              <a:xfrm>
                <a:off x="1739143" y="2952501"/>
                <a:ext cx="162314" cy="219958"/>
              </a:xfrm>
              <a:custGeom>
                <a:avLst/>
                <a:gdLst/>
                <a:ahLst/>
                <a:cxnLst/>
                <a:rect l="l" t="t" r="r" b="b"/>
                <a:pathLst>
                  <a:path w="4318" h="5928" extrusionOk="0">
                    <a:moveTo>
                      <a:pt x="2245" y="1"/>
                    </a:moveTo>
                    <a:cubicBezTo>
                      <a:pt x="1976" y="1"/>
                      <a:pt x="1708" y="25"/>
                      <a:pt x="1440" y="99"/>
                    </a:cubicBezTo>
                    <a:cubicBezTo>
                      <a:pt x="1196" y="147"/>
                      <a:pt x="976" y="245"/>
                      <a:pt x="757" y="367"/>
                    </a:cubicBezTo>
                    <a:cubicBezTo>
                      <a:pt x="489" y="513"/>
                      <a:pt x="245" y="708"/>
                      <a:pt x="1" y="928"/>
                    </a:cubicBezTo>
                    <a:lnTo>
                      <a:pt x="854" y="1952"/>
                    </a:lnTo>
                    <a:cubicBezTo>
                      <a:pt x="1050" y="1757"/>
                      <a:pt x="1269" y="1611"/>
                      <a:pt x="1489" y="1464"/>
                    </a:cubicBezTo>
                    <a:cubicBezTo>
                      <a:pt x="1659" y="1367"/>
                      <a:pt x="1854" y="1318"/>
                      <a:pt x="2049" y="1318"/>
                    </a:cubicBezTo>
                    <a:cubicBezTo>
                      <a:pt x="2196" y="1318"/>
                      <a:pt x="2367" y="1367"/>
                      <a:pt x="2464" y="1440"/>
                    </a:cubicBezTo>
                    <a:cubicBezTo>
                      <a:pt x="2562" y="1538"/>
                      <a:pt x="2635" y="1684"/>
                      <a:pt x="2610" y="1806"/>
                    </a:cubicBezTo>
                    <a:cubicBezTo>
                      <a:pt x="2610" y="1928"/>
                      <a:pt x="2586" y="2050"/>
                      <a:pt x="2537" y="2172"/>
                    </a:cubicBezTo>
                    <a:cubicBezTo>
                      <a:pt x="2488" y="2318"/>
                      <a:pt x="2391" y="2440"/>
                      <a:pt x="2293" y="2562"/>
                    </a:cubicBezTo>
                    <a:cubicBezTo>
                      <a:pt x="2171" y="2733"/>
                      <a:pt x="1879" y="3025"/>
                      <a:pt x="1489" y="3440"/>
                    </a:cubicBezTo>
                    <a:lnTo>
                      <a:pt x="50" y="4903"/>
                    </a:lnTo>
                    <a:lnTo>
                      <a:pt x="50" y="5928"/>
                    </a:lnTo>
                    <a:lnTo>
                      <a:pt x="4318" y="5928"/>
                    </a:lnTo>
                    <a:lnTo>
                      <a:pt x="4318" y="4659"/>
                    </a:lnTo>
                    <a:lnTo>
                      <a:pt x="2098" y="4659"/>
                    </a:lnTo>
                    <a:lnTo>
                      <a:pt x="2098" y="4611"/>
                    </a:lnTo>
                    <a:cubicBezTo>
                      <a:pt x="2757" y="4050"/>
                      <a:pt x="3171" y="3635"/>
                      <a:pt x="3367" y="3440"/>
                    </a:cubicBezTo>
                    <a:cubicBezTo>
                      <a:pt x="3562" y="3245"/>
                      <a:pt x="3708" y="3050"/>
                      <a:pt x="3854" y="2830"/>
                    </a:cubicBezTo>
                    <a:cubicBezTo>
                      <a:pt x="4098" y="2464"/>
                      <a:pt x="4220" y="2025"/>
                      <a:pt x="4220" y="1611"/>
                    </a:cubicBezTo>
                    <a:cubicBezTo>
                      <a:pt x="4220" y="1294"/>
                      <a:pt x="4123" y="1025"/>
                      <a:pt x="3952" y="781"/>
                    </a:cubicBezTo>
                    <a:cubicBezTo>
                      <a:pt x="3781" y="513"/>
                      <a:pt x="3562" y="318"/>
                      <a:pt x="3269" y="196"/>
                    </a:cubicBezTo>
                    <a:cubicBezTo>
                      <a:pt x="2952" y="50"/>
                      <a:pt x="2610" y="1"/>
                      <a:pt x="22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29"/>
              <p:cNvSpPr/>
              <p:nvPr/>
            </p:nvSpPr>
            <p:spPr>
              <a:xfrm>
                <a:off x="1926175" y="2955247"/>
                <a:ext cx="129310" cy="217213"/>
              </a:xfrm>
              <a:custGeom>
                <a:avLst/>
                <a:gdLst/>
                <a:ahLst/>
                <a:cxnLst/>
                <a:rect l="l" t="t" r="r" b="b"/>
                <a:pathLst>
                  <a:path w="3440" h="5854" extrusionOk="0">
                    <a:moveTo>
                      <a:pt x="2000" y="0"/>
                    </a:moveTo>
                    <a:lnTo>
                      <a:pt x="0" y="1659"/>
                    </a:lnTo>
                    <a:lnTo>
                      <a:pt x="805" y="2659"/>
                    </a:lnTo>
                    <a:lnTo>
                      <a:pt x="1488" y="2122"/>
                    </a:lnTo>
                    <a:cubicBezTo>
                      <a:pt x="1610" y="2000"/>
                      <a:pt x="1732" y="1878"/>
                      <a:pt x="1854" y="1732"/>
                    </a:cubicBezTo>
                    <a:lnTo>
                      <a:pt x="1854" y="1732"/>
                    </a:lnTo>
                    <a:cubicBezTo>
                      <a:pt x="1829" y="2049"/>
                      <a:pt x="1829" y="2390"/>
                      <a:pt x="1829" y="2756"/>
                    </a:cubicBezTo>
                    <a:lnTo>
                      <a:pt x="1829" y="5854"/>
                    </a:lnTo>
                    <a:lnTo>
                      <a:pt x="3439" y="5854"/>
                    </a:lnTo>
                    <a:lnTo>
                      <a:pt x="343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29"/>
              <p:cNvSpPr/>
              <p:nvPr/>
            </p:nvSpPr>
            <p:spPr>
              <a:xfrm>
                <a:off x="2096669" y="2952501"/>
                <a:ext cx="111905" cy="112354"/>
              </a:xfrm>
              <a:custGeom>
                <a:avLst/>
                <a:gdLst/>
                <a:ahLst/>
                <a:cxnLst/>
                <a:rect l="l" t="t" r="r" b="b"/>
                <a:pathLst>
                  <a:path w="2977" h="3028" extrusionOk="0">
                    <a:moveTo>
                      <a:pt x="1537" y="830"/>
                    </a:moveTo>
                    <a:cubicBezTo>
                      <a:pt x="1806" y="830"/>
                      <a:pt x="1928" y="1050"/>
                      <a:pt x="1928" y="1513"/>
                    </a:cubicBezTo>
                    <a:cubicBezTo>
                      <a:pt x="1928" y="1977"/>
                      <a:pt x="1806" y="2220"/>
                      <a:pt x="1537" y="2220"/>
                    </a:cubicBezTo>
                    <a:cubicBezTo>
                      <a:pt x="1415" y="2220"/>
                      <a:pt x="1293" y="2147"/>
                      <a:pt x="1220" y="2050"/>
                    </a:cubicBezTo>
                    <a:cubicBezTo>
                      <a:pt x="1147" y="1879"/>
                      <a:pt x="1123" y="1684"/>
                      <a:pt x="1123" y="1513"/>
                    </a:cubicBezTo>
                    <a:lnTo>
                      <a:pt x="1147" y="1513"/>
                    </a:lnTo>
                    <a:cubicBezTo>
                      <a:pt x="1147" y="1050"/>
                      <a:pt x="1269" y="830"/>
                      <a:pt x="1537" y="830"/>
                    </a:cubicBezTo>
                    <a:close/>
                    <a:moveTo>
                      <a:pt x="1562" y="1"/>
                    </a:moveTo>
                    <a:cubicBezTo>
                      <a:pt x="1171" y="1"/>
                      <a:pt x="781" y="147"/>
                      <a:pt x="513" y="416"/>
                    </a:cubicBezTo>
                    <a:cubicBezTo>
                      <a:pt x="1" y="1050"/>
                      <a:pt x="1" y="1977"/>
                      <a:pt x="513" y="2611"/>
                    </a:cubicBezTo>
                    <a:cubicBezTo>
                      <a:pt x="764" y="2862"/>
                      <a:pt x="1101" y="3028"/>
                      <a:pt x="1463" y="3028"/>
                    </a:cubicBezTo>
                    <a:cubicBezTo>
                      <a:pt x="1488" y="3028"/>
                      <a:pt x="1513" y="3027"/>
                      <a:pt x="1537" y="3025"/>
                    </a:cubicBezTo>
                    <a:cubicBezTo>
                      <a:pt x="1565" y="3027"/>
                      <a:pt x="1593" y="3028"/>
                      <a:pt x="1621" y="3028"/>
                    </a:cubicBezTo>
                    <a:cubicBezTo>
                      <a:pt x="1980" y="3028"/>
                      <a:pt x="2314" y="2882"/>
                      <a:pt x="2586" y="2611"/>
                    </a:cubicBezTo>
                    <a:cubicBezTo>
                      <a:pt x="2854" y="2318"/>
                      <a:pt x="2976" y="1928"/>
                      <a:pt x="2952" y="1513"/>
                    </a:cubicBezTo>
                    <a:cubicBezTo>
                      <a:pt x="2976" y="1123"/>
                      <a:pt x="2830" y="733"/>
                      <a:pt x="2586" y="416"/>
                    </a:cubicBezTo>
                    <a:cubicBezTo>
                      <a:pt x="2318" y="147"/>
                      <a:pt x="1928" y="1"/>
                      <a:pt x="15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26" name="Google Shape;426;p29"/>
          <p:cNvSpPr/>
          <p:nvPr/>
        </p:nvSpPr>
        <p:spPr>
          <a:xfrm>
            <a:off x="1099325" y="4259275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7" name="Google Shape;427;p29"/>
          <p:cNvGrpSpPr/>
          <p:nvPr/>
        </p:nvGrpSpPr>
        <p:grpSpPr>
          <a:xfrm>
            <a:off x="6761147" y="3414805"/>
            <a:ext cx="689546" cy="208288"/>
            <a:chOff x="6761147" y="3414805"/>
            <a:chExt cx="689546" cy="208288"/>
          </a:xfrm>
        </p:grpSpPr>
        <p:sp>
          <p:nvSpPr>
            <p:cNvPr id="428" name="Google Shape;428;p29"/>
            <p:cNvSpPr/>
            <p:nvPr/>
          </p:nvSpPr>
          <p:spPr>
            <a:xfrm>
              <a:off x="6993487" y="3563457"/>
              <a:ext cx="457207" cy="59636"/>
            </a:xfrm>
            <a:custGeom>
              <a:avLst/>
              <a:gdLst/>
              <a:ahLst/>
              <a:cxnLst/>
              <a:rect l="l" t="t" r="r" b="b"/>
              <a:pathLst>
                <a:path w="8294" h="952" extrusionOk="0">
                  <a:moveTo>
                    <a:pt x="415" y="0"/>
                  </a:moveTo>
                  <a:cubicBezTo>
                    <a:pt x="757" y="0"/>
                    <a:pt x="952" y="439"/>
                    <a:pt x="708" y="683"/>
                  </a:cubicBezTo>
                  <a:cubicBezTo>
                    <a:pt x="440" y="951"/>
                    <a:pt x="1" y="756"/>
                    <a:pt x="25" y="390"/>
                  </a:cubicBezTo>
                  <a:cubicBezTo>
                    <a:pt x="25" y="171"/>
                    <a:pt x="196" y="0"/>
                    <a:pt x="415" y="0"/>
                  </a:cubicBezTo>
                  <a:close/>
                  <a:moveTo>
                    <a:pt x="7757" y="0"/>
                  </a:moveTo>
                  <a:cubicBezTo>
                    <a:pt x="8123" y="0"/>
                    <a:pt x="8293" y="439"/>
                    <a:pt x="8025" y="683"/>
                  </a:cubicBezTo>
                  <a:cubicBezTo>
                    <a:pt x="7781" y="951"/>
                    <a:pt x="7342" y="756"/>
                    <a:pt x="7342" y="415"/>
                  </a:cubicBezTo>
                  <a:cubicBezTo>
                    <a:pt x="7342" y="195"/>
                    <a:pt x="7537" y="0"/>
                    <a:pt x="7757" y="0"/>
                  </a:cubicBezTo>
                  <a:close/>
                  <a:moveTo>
                    <a:pt x="5928" y="0"/>
                  </a:moveTo>
                  <a:cubicBezTo>
                    <a:pt x="6293" y="24"/>
                    <a:pt x="6440" y="463"/>
                    <a:pt x="6171" y="707"/>
                  </a:cubicBezTo>
                  <a:cubicBezTo>
                    <a:pt x="5903" y="951"/>
                    <a:pt x="5488" y="756"/>
                    <a:pt x="5513" y="390"/>
                  </a:cubicBezTo>
                  <a:cubicBezTo>
                    <a:pt x="5513" y="171"/>
                    <a:pt x="5684" y="0"/>
                    <a:pt x="5903" y="0"/>
                  </a:cubicBezTo>
                  <a:close/>
                  <a:moveTo>
                    <a:pt x="4098" y="0"/>
                  </a:moveTo>
                  <a:cubicBezTo>
                    <a:pt x="4464" y="24"/>
                    <a:pt x="4610" y="463"/>
                    <a:pt x="4342" y="707"/>
                  </a:cubicBezTo>
                  <a:cubicBezTo>
                    <a:pt x="4074" y="951"/>
                    <a:pt x="3659" y="756"/>
                    <a:pt x="3684" y="390"/>
                  </a:cubicBezTo>
                  <a:cubicBezTo>
                    <a:pt x="3684" y="171"/>
                    <a:pt x="3854" y="0"/>
                    <a:pt x="4074" y="0"/>
                  </a:cubicBezTo>
                  <a:close/>
                  <a:moveTo>
                    <a:pt x="2269" y="0"/>
                  </a:moveTo>
                  <a:cubicBezTo>
                    <a:pt x="2635" y="24"/>
                    <a:pt x="2781" y="463"/>
                    <a:pt x="2513" y="707"/>
                  </a:cubicBezTo>
                  <a:cubicBezTo>
                    <a:pt x="2245" y="951"/>
                    <a:pt x="1830" y="756"/>
                    <a:pt x="1854" y="390"/>
                  </a:cubicBezTo>
                  <a:cubicBezTo>
                    <a:pt x="1854" y="171"/>
                    <a:pt x="2025" y="0"/>
                    <a:pt x="22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9"/>
            <p:cNvSpPr/>
            <p:nvPr/>
          </p:nvSpPr>
          <p:spPr>
            <a:xfrm>
              <a:off x="6761147" y="3414805"/>
              <a:ext cx="457196" cy="57149"/>
            </a:xfrm>
            <a:custGeom>
              <a:avLst/>
              <a:gdLst/>
              <a:ahLst/>
              <a:cxnLst/>
              <a:rect l="l" t="t" r="r" b="b"/>
              <a:pathLst>
                <a:path w="11732" h="1391" extrusionOk="0">
                  <a:moveTo>
                    <a:pt x="11488" y="854"/>
                  </a:moveTo>
                  <a:cubicBezTo>
                    <a:pt x="11708" y="878"/>
                    <a:pt x="11732" y="1220"/>
                    <a:pt x="11488" y="1244"/>
                  </a:cubicBezTo>
                  <a:cubicBezTo>
                    <a:pt x="11220" y="1244"/>
                    <a:pt x="10952" y="1098"/>
                    <a:pt x="10805" y="854"/>
                  </a:cubicBezTo>
                  <a:cubicBezTo>
                    <a:pt x="10683" y="708"/>
                    <a:pt x="10561" y="537"/>
                    <a:pt x="10366" y="537"/>
                  </a:cubicBezTo>
                  <a:cubicBezTo>
                    <a:pt x="10171" y="537"/>
                    <a:pt x="10049" y="683"/>
                    <a:pt x="9927" y="854"/>
                  </a:cubicBezTo>
                  <a:cubicBezTo>
                    <a:pt x="9781" y="1098"/>
                    <a:pt x="9513" y="1244"/>
                    <a:pt x="9244" y="1244"/>
                  </a:cubicBezTo>
                  <a:cubicBezTo>
                    <a:pt x="8952" y="1244"/>
                    <a:pt x="8708" y="1098"/>
                    <a:pt x="8561" y="854"/>
                  </a:cubicBezTo>
                  <a:cubicBezTo>
                    <a:pt x="8439" y="708"/>
                    <a:pt x="8293" y="537"/>
                    <a:pt x="8122" y="537"/>
                  </a:cubicBezTo>
                  <a:cubicBezTo>
                    <a:pt x="7927" y="537"/>
                    <a:pt x="7805" y="683"/>
                    <a:pt x="7683" y="854"/>
                  </a:cubicBezTo>
                  <a:cubicBezTo>
                    <a:pt x="7537" y="1098"/>
                    <a:pt x="7269" y="1244"/>
                    <a:pt x="6976" y="1244"/>
                  </a:cubicBezTo>
                  <a:cubicBezTo>
                    <a:pt x="6708" y="1244"/>
                    <a:pt x="6439" y="1098"/>
                    <a:pt x="6293" y="854"/>
                  </a:cubicBezTo>
                  <a:cubicBezTo>
                    <a:pt x="6171" y="708"/>
                    <a:pt x="6049" y="537"/>
                    <a:pt x="5854" y="537"/>
                  </a:cubicBezTo>
                  <a:cubicBezTo>
                    <a:pt x="5683" y="537"/>
                    <a:pt x="5561" y="683"/>
                    <a:pt x="5415" y="854"/>
                  </a:cubicBezTo>
                  <a:cubicBezTo>
                    <a:pt x="5122" y="1391"/>
                    <a:pt x="4342" y="1391"/>
                    <a:pt x="4049" y="854"/>
                  </a:cubicBezTo>
                  <a:cubicBezTo>
                    <a:pt x="3927" y="708"/>
                    <a:pt x="3805" y="537"/>
                    <a:pt x="3610" y="537"/>
                  </a:cubicBezTo>
                  <a:cubicBezTo>
                    <a:pt x="3415" y="537"/>
                    <a:pt x="3318" y="683"/>
                    <a:pt x="3171" y="854"/>
                  </a:cubicBezTo>
                  <a:cubicBezTo>
                    <a:pt x="2879" y="1391"/>
                    <a:pt x="2098" y="1391"/>
                    <a:pt x="1805" y="854"/>
                  </a:cubicBezTo>
                  <a:cubicBezTo>
                    <a:pt x="1683" y="708"/>
                    <a:pt x="1561" y="537"/>
                    <a:pt x="1366" y="537"/>
                  </a:cubicBezTo>
                  <a:cubicBezTo>
                    <a:pt x="1171" y="537"/>
                    <a:pt x="1074" y="683"/>
                    <a:pt x="927" y="854"/>
                  </a:cubicBezTo>
                  <a:cubicBezTo>
                    <a:pt x="781" y="1098"/>
                    <a:pt x="513" y="1244"/>
                    <a:pt x="244" y="1244"/>
                  </a:cubicBezTo>
                  <a:cubicBezTo>
                    <a:pt x="1" y="1220"/>
                    <a:pt x="1" y="878"/>
                    <a:pt x="244" y="854"/>
                  </a:cubicBezTo>
                  <a:cubicBezTo>
                    <a:pt x="391" y="854"/>
                    <a:pt x="513" y="732"/>
                    <a:pt x="635" y="586"/>
                  </a:cubicBezTo>
                  <a:cubicBezTo>
                    <a:pt x="781" y="317"/>
                    <a:pt x="1074" y="171"/>
                    <a:pt x="1366" y="147"/>
                  </a:cubicBezTo>
                  <a:cubicBezTo>
                    <a:pt x="1659" y="171"/>
                    <a:pt x="1952" y="317"/>
                    <a:pt x="2098" y="586"/>
                  </a:cubicBezTo>
                  <a:cubicBezTo>
                    <a:pt x="2220" y="732"/>
                    <a:pt x="2342" y="854"/>
                    <a:pt x="2488" y="854"/>
                  </a:cubicBezTo>
                  <a:lnTo>
                    <a:pt x="2488" y="854"/>
                  </a:lnTo>
                  <a:cubicBezTo>
                    <a:pt x="2635" y="854"/>
                    <a:pt x="2757" y="732"/>
                    <a:pt x="2879" y="586"/>
                  </a:cubicBezTo>
                  <a:cubicBezTo>
                    <a:pt x="3196" y="0"/>
                    <a:pt x="4025" y="0"/>
                    <a:pt x="4342" y="586"/>
                  </a:cubicBezTo>
                  <a:cubicBezTo>
                    <a:pt x="4464" y="732"/>
                    <a:pt x="4586" y="854"/>
                    <a:pt x="4732" y="854"/>
                  </a:cubicBezTo>
                  <a:lnTo>
                    <a:pt x="4781" y="854"/>
                  </a:lnTo>
                  <a:cubicBezTo>
                    <a:pt x="4927" y="854"/>
                    <a:pt x="5025" y="732"/>
                    <a:pt x="5147" y="586"/>
                  </a:cubicBezTo>
                  <a:cubicBezTo>
                    <a:pt x="5318" y="317"/>
                    <a:pt x="5586" y="171"/>
                    <a:pt x="5878" y="147"/>
                  </a:cubicBezTo>
                  <a:cubicBezTo>
                    <a:pt x="6196" y="171"/>
                    <a:pt x="6464" y="317"/>
                    <a:pt x="6635" y="586"/>
                  </a:cubicBezTo>
                  <a:cubicBezTo>
                    <a:pt x="6757" y="732"/>
                    <a:pt x="6854" y="854"/>
                    <a:pt x="7000" y="854"/>
                  </a:cubicBezTo>
                  <a:lnTo>
                    <a:pt x="7025" y="854"/>
                  </a:lnTo>
                  <a:cubicBezTo>
                    <a:pt x="7171" y="854"/>
                    <a:pt x="7293" y="732"/>
                    <a:pt x="7391" y="586"/>
                  </a:cubicBezTo>
                  <a:cubicBezTo>
                    <a:pt x="7708" y="0"/>
                    <a:pt x="8561" y="0"/>
                    <a:pt x="8878" y="586"/>
                  </a:cubicBezTo>
                  <a:cubicBezTo>
                    <a:pt x="9000" y="732"/>
                    <a:pt x="9098" y="854"/>
                    <a:pt x="9244" y="854"/>
                  </a:cubicBezTo>
                  <a:lnTo>
                    <a:pt x="9269" y="854"/>
                  </a:lnTo>
                  <a:cubicBezTo>
                    <a:pt x="9415" y="854"/>
                    <a:pt x="9537" y="732"/>
                    <a:pt x="9659" y="586"/>
                  </a:cubicBezTo>
                  <a:cubicBezTo>
                    <a:pt x="9805" y="317"/>
                    <a:pt x="10074" y="171"/>
                    <a:pt x="10391" y="147"/>
                  </a:cubicBezTo>
                  <a:cubicBezTo>
                    <a:pt x="10683" y="171"/>
                    <a:pt x="10976" y="317"/>
                    <a:pt x="11122" y="586"/>
                  </a:cubicBezTo>
                  <a:cubicBezTo>
                    <a:pt x="11244" y="732"/>
                    <a:pt x="11342" y="854"/>
                    <a:pt x="11488" y="8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0" name="Google Shape;430;p29"/>
          <p:cNvGrpSpPr/>
          <p:nvPr/>
        </p:nvGrpSpPr>
        <p:grpSpPr>
          <a:xfrm>
            <a:off x="136938" y="1047512"/>
            <a:ext cx="1371600" cy="1375875"/>
            <a:chOff x="299013" y="1079125"/>
            <a:chExt cx="1371600" cy="1375875"/>
          </a:xfrm>
        </p:grpSpPr>
        <p:sp>
          <p:nvSpPr>
            <p:cNvPr id="431" name="Google Shape;431;p29"/>
            <p:cNvSpPr/>
            <p:nvPr/>
          </p:nvSpPr>
          <p:spPr>
            <a:xfrm>
              <a:off x="390513" y="1174900"/>
              <a:ext cx="1280100" cy="1280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9"/>
            <p:cNvSpPr/>
            <p:nvPr/>
          </p:nvSpPr>
          <p:spPr>
            <a:xfrm>
              <a:off x="299013" y="1079125"/>
              <a:ext cx="1280100" cy="12801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3" name="Google Shape;433;p29"/>
            <p:cNvGrpSpPr/>
            <p:nvPr/>
          </p:nvGrpSpPr>
          <p:grpSpPr>
            <a:xfrm>
              <a:off x="396400" y="1384064"/>
              <a:ext cx="1085400" cy="635100"/>
              <a:chOff x="396400" y="1399225"/>
              <a:chExt cx="1085400" cy="635100"/>
            </a:xfrm>
          </p:grpSpPr>
          <p:sp>
            <p:nvSpPr>
              <p:cNvPr id="434" name="Google Shape;434;p29"/>
              <p:cNvSpPr/>
              <p:nvPr/>
            </p:nvSpPr>
            <p:spPr>
              <a:xfrm>
                <a:off x="396400" y="1399225"/>
                <a:ext cx="1085400" cy="635100"/>
              </a:xfrm>
              <a:prstGeom prst="roundRect">
                <a:avLst>
                  <a:gd name="adj" fmla="val 0"/>
                </a:avLst>
              </a:prstGeom>
              <a:solidFill>
                <a:schemeClr val="l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35" name="Google Shape;435;p29"/>
              <p:cNvGrpSpPr/>
              <p:nvPr/>
            </p:nvGrpSpPr>
            <p:grpSpPr>
              <a:xfrm>
                <a:off x="712181" y="1506835"/>
                <a:ext cx="453838" cy="419880"/>
                <a:chOff x="733647" y="1423686"/>
                <a:chExt cx="453838" cy="419880"/>
              </a:xfrm>
            </p:grpSpPr>
            <p:sp>
              <p:nvSpPr>
                <p:cNvPr id="436" name="Google Shape;436;p29"/>
                <p:cNvSpPr/>
                <p:nvPr/>
              </p:nvSpPr>
              <p:spPr>
                <a:xfrm>
                  <a:off x="733647" y="1423686"/>
                  <a:ext cx="453838" cy="419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81" h="9055" extrusionOk="0">
                      <a:moveTo>
                        <a:pt x="4904" y="1"/>
                      </a:moveTo>
                      <a:cubicBezTo>
                        <a:pt x="4654" y="1"/>
                        <a:pt x="4401" y="21"/>
                        <a:pt x="4147" y="64"/>
                      </a:cubicBezTo>
                      <a:cubicBezTo>
                        <a:pt x="1659" y="479"/>
                        <a:pt x="1" y="2820"/>
                        <a:pt x="440" y="5284"/>
                      </a:cubicBezTo>
                      <a:cubicBezTo>
                        <a:pt x="811" y="7493"/>
                        <a:pt x="2733" y="9054"/>
                        <a:pt x="4902" y="9054"/>
                      </a:cubicBezTo>
                      <a:cubicBezTo>
                        <a:pt x="5152" y="9054"/>
                        <a:pt x="5405" y="9034"/>
                        <a:pt x="5659" y="8991"/>
                      </a:cubicBezTo>
                      <a:cubicBezTo>
                        <a:pt x="8122" y="8576"/>
                        <a:pt x="9781" y="6235"/>
                        <a:pt x="9366" y="3771"/>
                      </a:cubicBezTo>
                      <a:cubicBezTo>
                        <a:pt x="8994" y="1562"/>
                        <a:pt x="7073" y="1"/>
                        <a:pt x="490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" name="Google Shape;437;p29"/>
                <p:cNvSpPr/>
                <p:nvPr/>
              </p:nvSpPr>
              <p:spPr>
                <a:xfrm>
                  <a:off x="898875" y="1539755"/>
                  <a:ext cx="163003" cy="1889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3" h="4074" extrusionOk="0">
                      <a:moveTo>
                        <a:pt x="1" y="0"/>
                      </a:moveTo>
                      <a:lnTo>
                        <a:pt x="1" y="4073"/>
                      </a:lnTo>
                      <a:lnTo>
                        <a:pt x="3513" y="202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38" name="Google Shape;438;p29"/>
            <p:cNvGrpSpPr/>
            <p:nvPr/>
          </p:nvGrpSpPr>
          <p:grpSpPr>
            <a:xfrm>
              <a:off x="396391" y="2141102"/>
              <a:ext cx="1085342" cy="96171"/>
              <a:chOff x="417899" y="2116530"/>
              <a:chExt cx="1085342" cy="96171"/>
            </a:xfrm>
          </p:grpSpPr>
          <p:sp>
            <p:nvSpPr>
              <p:cNvPr id="439" name="Google Shape;439;p29"/>
              <p:cNvSpPr/>
              <p:nvPr/>
            </p:nvSpPr>
            <p:spPr>
              <a:xfrm>
                <a:off x="417899" y="2116530"/>
                <a:ext cx="1085342" cy="96171"/>
              </a:xfrm>
              <a:custGeom>
                <a:avLst/>
                <a:gdLst/>
                <a:ahLst/>
                <a:cxnLst/>
                <a:rect l="l" t="t" r="r" b="b"/>
                <a:pathLst>
                  <a:path w="23391" h="2074" extrusionOk="0">
                    <a:moveTo>
                      <a:pt x="1025" y="1"/>
                    </a:moveTo>
                    <a:cubicBezTo>
                      <a:pt x="464" y="1"/>
                      <a:pt x="1" y="464"/>
                      <a:pt x="1" y="1050"/>
                    </a:cubicBezTo>
                    <a:cubicBezTo>
                      <a:pt x="1" y="1611"/>
                      <a:pt x="464" y="2074"/>
                      <a:pt x="1025" y="2074"/>
                    </a:cubicBezTo>
                    <a:lnTo>
                      <a:pt x="22366" y="2074"/>
                    </a:lnTo>
                    <a:cubicBezTo>
                      <a:pt x="22927" y="2074"/>
                      <a:pt x="23391" y="1611"/>
                      <a:pt x="23391" y="1050"/>
                    </a:cubicBezTo>
                    <a:cubicBezTo>
                      <a:pt x="23391" y="464"/>
                      <a:pt x="22927" y="1"/>
                      <a:pt x="2236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29"/>
              <p:cNvSpPr/>
              <p:nvPr/>
            </p:nvSpPr>
            <p:spPr>
              <a:xfrm>
                <a:off x="417899" y="2116530"/>
                <a:ext cx="555733" cy="96171"/>
              </a:xfrm>
              <a:custGeom>
                <a:avLst/>
                <a:gdLst/>
                <a:ahLst/>
                <a:cxnLst/>
                <a:rect l="l" t="t" r="r" b="b"/>
                <a:pathLst>
                  <a:path w="11977" h="2074" extrusionOk="0">
                    <a:moveTo>
                      <a:pt x="1025" y="1"/>
                    </a:moveTo>
                    <a:cubicBezTo>
                      <a:pt x="464" y="1"/>
                      <a:pt x="1" y="464"/>
                      <a:pt x="1" y="1050"/>
                    </a:cubicBezTo>
                    <a:cubicBezTo>
                      <a:pt x="1" y="1611"/>
                      <a:pt x="464" y="2074"/>
                      <a:pt x="1025" y="2074"/>
                    </a:cubicBezTo>
                    <a:lnTo>
                      <a:pt x="11976" y="2074"/>
                    </a:lnTo>
                    <a:lnTo>
                      <a:pt x="11976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41" name="Google Shape;441;p29"/>
            <p:cNvCxnSpPr/>
            <p:nvPr/>
          </p:nvCxnSpPr>
          <p:spPr>
            <a:xfrm>
              <a:off x="308975" y="1262125"/>
              <a:ext cx="1263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42" name="Google Shape;442;p29"/>
          <p:cNvGrpSpPr/>
          <p:nvPr/>
        </p:nvGrpSpPr>
        <p:grpSpPr>
          <a:xfrm>
            <a:off x="7450704" y="1174899"/>
            <a:ext cx="1646100" cy="1188900"/>
            <a:chOff x="7403363" y="1047512"/>
            <a:chExt cx="1646100" cy="1188900"/>
          </a:xfrm>
        </p:grpSpPr>
        <p:sp>
          <p:nvSpPr>
            <p:cNvPr id="443" name="Google Shape;443;p29"/>
            <p:cNvSpPr/>
            <p:nvPr/>
          </p:nvSpPr>
          <p:spPr>
            <a:xfrm>
              <a:off x="7494863" y="1139012"/>
              <a:ext cx="1554600" cy="1097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9"/>
            <p:cNvSpPr/>
            <p:nvPr/>
          </p:nvSpPr>
          <p:spPr>
            <a:xfrm>
              <a:off x="7403363" y="1047512"/>
              <a:ext cx="1554600" cy="10974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45" name="Google Shape;445;p29"/>
            <p:cNvCxnSpPr/>
            <p:nvPr/>
          </p:nvCxnSpPr>
          <p:spPr>
            <a:xfrm>
              <a:off x="7413325" y="1230512"/>
              <a:ext cx="1544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46" name="Google Shape;446;p29"/>
            <p:cNvSpPr/>
            <p:nvPr/>
          </p:nvSpPr>
          <p:spPr>
            <a:xfrm>
              <a:off x="7540474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9"/>
            <p:cNvSpPr/>
            <p:nvPr/>
          </p:nvSpPr>
          <p:spPr>
            <a:xfrm>
              <a:off x="8009987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9"/>
            <p:cNvSpPr/>
            <p:nvPr/>
          </p:nvSpPr>
          <p:spPr>
            <a:xfrm>
              <a:off x="8479499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9" name="Google Shape;449;p29"/>
            <p:cNvGrpSpPr/>
            <p:nvPr/>
          </p:nvGrpSpPr>
          <p:grpSpPr>
            <a:xfrm>
              <a:off x="7770652" y="1367593"/>
              <a:ext cx="820034" cy="187786"/>
              <a:chOff x="4005100" y="3437025"/>
              <a:chExt cx="535375" cy="122600"/>
            </a:xfrm>
          </p:grpSpPr>
          <p:sp>
            <p:nvSpPr>
              <p:cNvPr id="450" name="Google Shape;450;p29"/>
              <p:cNvSpPr/>
              <p:nvPr/>
            </p:nvSpPr>
            <p:spPr>
              <a:xfrm>
                <a:off x="4005100" y="3437025"/>
                <a:ext cx="535375" cy="33575"/>
              </a:xfrm>
              <a:custGeom>
                <a:avLst/>
                <a:gdLst/>
                <a:ahLst/>
                <a:cxnLst/>
                <a:rect l="l" t="t" r="r" b="b"/>
                <a:pathLst>
                  <a:path w="21415" h="1343" extrusionOk="0">
                    <a:moveTo>
                      <a:pt x="903" y="1"/>
                    </a:moveTo>
                    <a:cubicBezTo>
                      <a:pt x="1" y="1"/>
                      <a:pt x="1" y="1342"/>
                      <a:pt x="903" y="1342"/>
                    </a:cubicBezTo>
                    <a:lnTo>
                      <a:pt x="20488" y="1342"/>
                    </a:lnTo>
                    <a:cubicBezTo>
                      <a:pt x="21415" y="1342"/>
                      <a:pt x="21415" y="1"/>
                      <a:pt x="204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29"/>
              <p:cNvSpPr/>
              <p:nvPr/>
            </p:nvSpPr>
            <p:spPr>
              <a:xfrm>
                <a:off x="4064850" y="3525450"/>
                <a:ext cx="415275" cy="34175"/>
              </a:xfrm>
              <a:custGeom>
                <a:avLst/>
                <a:gdLst/>
                <a:ahLst/>
                <a:cxnLst/>
                <a:rect l="l" t="t" r="r" b="b"/>
                <a:pathLst>
                  <a:path w="16611" h="1367" extrusionOk="0">
                    <a:moveTo>
                      <a:pt x="928" y="0"/>
                    </a:moveTo>
                    <a:cubicBezTo>
                      <a:pt x="1" y="0"/>
                      <a:pt x="1" y="1366"/>
                      <a:pt x="928" y="1366"/>
                    </a:cubicBezTo>
                    <a:lnTo>
                      <a:pt x="15708" y="1366"/>
                    </a:lnTo>
                    <a:cubicBezTo>
                      <a:pt x="16610" y="1366"/>
                      <a:pt x="16610" y="0"/>
                      <a:pt x="157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52" name="Google Shape;452;p29"/>
          <p:cNvGrpSpPr/>
          <p:nvPr/>
        </p:nvGrpSpPr>
        <p:grpSpPr>
          <a:xfrm>
            <a:off x="7855413" y="2571747"/>
            <a:ext cx="836668" cy="1371596"/>
            <a:chOff x="2771692" y="3497697"/>
            <a:chExt cx="836668" cy="1371596"/>
          </a:xfrm>
        </p:grpSpPr>
        <p:sp>
          <p:nvSpPr>
            <p:cNvPr id="453" name="Google Shape;453;p29"/>
            <p:cNvSpPr/>
            <p:nvPr/>
          </p:nvSpPr>
          <p:spPr>
            <a:xfrm>
              <a:off x="2771692" y="3497697"/>
              <a:ext cx="836668" cy="1371596"/>
            </a:xfrm>
            <a:custGeom>
              <a:avLst/>
              <a:gdLst/>
              <a:ahLst/>
              <a:cxnLst/>
              <a:rect l="l" t="t" r="r" b="b"/>
              <a:pathLst>
                <a:path w="9513" h="15683" extrusionOk="0">
                  <a:moveTo>
                    <a:pt x="4757" y="0"/>
                  </a:moveTo>
                  <a:cubicBezTo>
                    <a:pt x="7391" y="0"/>
                    <a:pt x="9513" y="2122"/>
                    <a:pt x="9513" y="4756"/>
                  </a:cubicBezTo>
                  <a:lnTo>
                    <a:pt x="9513" y="11049"/>
                  </a:lnTo>
                  <a:cubicBezTo>
                    <a:pt x="9464" y="13634"/>
                    <a:pt x="7342" y="15683"/>
                    <a:pt x="4757" y="15683"/>
                  </a:cubicBezTo>
                  <a:cubicBezTo>
                    <a:pt x="2172" y="15683"/>
                    <a:pt x="74" y="13634"/>
                    <a:pt x="1" y="11049"/>
                  </a:cubicBezTo>
                  <a:lnTo>
                    <a:pt x="1" y="4756"/>
                  </a:lnTo>
                  <a:cubicBezTo>
                    <a:pt x="1" y="2122"/>
                    <a:pt x="2123" y="0"/>
                    <a:pt x="47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9"/>
            <p:cNvSpPr/>
            <p:nvPr/>
          </p:nvSpPr>
          <p:spPr>
            <a:xfrm>
              <a:off x="2771692" y="3497697"/>
              <a:ext cx="836668" cy="1371596"/>
            </a:xfrm>
            <a:custGeom>
              <a:avLst/>
              <a:gdLst/>
              <a:ahLst/>
              <a:cxnLst/>
              <a:rect l="l" t="t" r="r" b="b"/>
              <a:pathLst>
                <a:path w="9513" h="15683" extrusionOk="0">
                  <a:moveTo>
                    <a:pt x="4757" y="0"/>
                  </a:moveTo>
                  <a:cubicBezTo>
                    <a:pt x="7391" y="0"/>
                    <a:pt x="9513" y="2122"/>
                    <a:pt x="9513" y="4756"/>
                  </a:cubicBezTo>
                  <a:lnTo>
                    <a:pt x="9513" y="11049"/>
                  </a:lnTo>
                  <a:cubicBezTo>
                    <a:pt x="9464" y="13634"/>
                    <a:pt x="7342" y="15683"/>
                    <a:pt x="4757" y="15683"/>
                  </a:cubicBezTo>
                  <a:cubicBezTo>
                    <a:pt x="2172" y="15683"/>
                    <a:pt x="74" y="13634"/>
                    <a:pt x="1" y="11049"/>
                  </a:cubicBezTo>
                  <a:lnTo>
                    <a:pt x="1" y="4756"/>
                  </a:lnTo>
                  <a:cubicBezTo>
                    <a:pt x="1" y="2122"/>
                    <a:pt x="2123" y="0"/>
                    <a:pt x="4757" y="0"/>
                  </a:cubicBezTo>
                  <a:close/>
                  <a:moveTo>
                    <a:pt x="4903" y="390"/>
                  </a:moveTo>
                  <a:lnTo>
                    <a:pt x="4903" y="2293"/>
                  </a:lnTo>
                  <a:cubicBezTo>
                    <a:pt x="5391" y="2390"/>
                    <a:pt x="5732" y="2781"/>
                    <a:pt x="5732" y="3268"/>
                  </a:cubicBezTo>
                  <a:lnTo>
                    <a:pt x="5732" y="6000"/>
                  </a:lnTo>
                  <a:cubicBezTo>
                    <a:pt x="5732" y="6488"/>
                    <a:pt x="5391" y="6902"/>
                    <a:pt x="4903" y="6976"/>
                  </a:cubicBezTo>
                  <a:lnTo>
                    <a:pt x="4903" y="8268"/>
                  </a:lnTo>
                  <a:lnTo>
                    <a:pt x="5123" y="8268"/>
                  </a:lnTo>
                  <a:cubicBezTo>
                    <a:pt x="5854" y="8268"/>
                    <a:pt x="6562" y="8171"/>
                    <a:pt x="7269" y="7976"/>
                  </a:cubicBezTo>
                  <a:cubicBezTo>
                    <a:pt x="7928" y="7756"/>
                    <a:pt x="8537" y="7488"/>
                    <a:pt x="9123" y="7122"/>
                  </a:cubicBezTo>
                  <a:lnTo>
                    <a:pt x="9123" y="4756"/>
                  </a:lnTo>
                  <a:cubicBezTo>
                    <a:pt x="9098" y="2415"/>
                    <a:pt x="7245" y="488"/>
                    <a:pt x="4903" y="415"/>
                  </a:cubicBezTo>
                  <a:close/>
                  <a:moveTo>
                    <a:pt x="4611" y="2293"/>
                  </a:moveTo>
                  <a:lnTo>
                    <a:pt x="4611" y="415"/>
                  </a:lnTo>
                  <a:cubicBezTo>
                    <a:pt x="2269" y="488"/>
                    <a:pt x="416" y="2415"/>
                    <a:pt x="391" y="4756"/>
                  </a:cubicBezTo>
                  <a:lnTo>
                    <a:pt x="391" y="7122"/>
                  </a:lnTo>
                  <a:cubicBezTo>
                    <a:pt x="976" y="7463"/>
                    <a:pt x="1611" y="7756"/>
                    <a:pt x="2245" y="7951"/>
                  </a:cubicBezTo>
                  <a:cubicBezTo>
                    <a:pt x="2952" y="8146"/>
                    <a:pt x="3659" y="8268"/>
                    <a:pt x="4391" y="8244"/>
                  </a:cubicBezTo>
                  <a:lnTo>
                    <a:pt x="4611" y="8244"/>
                  </a:lnTo>
                  <a:lnTo>
                    <a:pt x="4611" y="6976"/>
                  </a:lnTo>
                  <a:cubicBezTo>
                    <a:pt x="4123" y="6902"/>
                    <a:pt x="3781" y="6488"/>
                    <a:pt x="3781" y="6000"/>
                  </a:cubicBezTo>
                  <a:lnTo>
                    <a:pt x="3781" y="3268"/>
                  </a:lnTo>
                  <a:cubicBezTo>
                    <a:pt x="3781" y="2781"/>
                    <a:pt x="4123" y="2390"/>
                    <a:pt x="4611" y="2293"/>
                  </a:cubicBezTo>
                  <a:close/>
                  <a:moveTo>
                    <a:pt x="5220" y="2781"/>
                  </a:moveTo>
                  <a:cubicBezTo>
                    <a:pt x="5098" y="2659"/>
                    <a:pt x="4928" y="2585"/>
                    <a:pt x="4757" y="2585"/>
                  </a:cubicBezTo>
                  <a:lnTo>
                    <a:pt x="4757" y="2585"/>
                  </a:lnTo>
                  <a:cubicBezTo>
                    <a:pt x="4391" y="2585"/>
                    <a:pt x="4074" y="2902"/>
                    <a:pt x="4074" y="3268"/>
                  </a:cubicBezTo>
                  <a:lnTo>
                    <a:pt x="4074" y="6000"/>
                  </a:lnTo>
                  <a:cubicBezTo>
                    <a:pt x="4074" y="6390"/>
                    <a:pt x="4391" y="6683"/>
                    <a:pt x="4757" y="6683"/>
                  </a:cubicBezTo>
                  <a:lnTo>
                    <a:pt x="4757" y="6683"/>
                  </a:lnTo>
                  <a:cubicBezTo>
                    <a:pt x="4928" y="6683"/>
                    <a:pt x="5098" y="6610"/>
                    <a:pt x="5220" y="6488"/>
                  </a:cubicBezTo>
                  <a:cubicBezTo>
                    <a:pt x="5367" y="6366"/>
                    <a:pt x="5440" y="6195"/>
                    <a:pt x="5440" y="6000"/>
                  </a:cubicBezTo>
                  <a:lnTo>
                    <a:pt x="5440" y="3268"/>
                  </a:lnTo>
                  <a:cubicBezTo>
                    <a:pt x="5440" y="3098"/>
                    <a:pt x="5367" y="2927"/>
                    <a:pt x="5220" y="2781"/>
                  </a:cubicBezTo>
                  <a:close/>
                  <a:moveTo>
                    <a:pt x="9123" y="7463"/>
                  </a:moveTo>
                  <a:cubicBezTo>
                    <a:pt x="8562" y="7805"/>
                    <a:pt x="7976" y="8073"/>
                    <a:pt x="7342" y="8244"/>
                  </a:cubicBezTo>
                  <a:cubicBezTo>
                    <a:pt x="6635" y="8463"/>
                    <a:pt x="5879" y="8561"/>
                    <a:pt x="5123" y="8561"/>
                  </a:cubicBezTo>
                  <a:lnTo>
                    <a:pt x="4391" y="8561"/>
                  </a:lnTo>
                  <a:cubicBezTo>
                    <a:pt x="2976" y="8561"/>
                    <a:pt x="1611" y="8195"/>
                    <a:pt x="391" y="7463"/>
                  </a:cubicBezTo>
                  <a:lnTo>
                    <a:pt x="391" y="11049"/>
                  </a:lnTo>
                  <a:cubicBezTo>
                    <a:pt x="464" y="13414"/>
                    <a:pt x="2391" y="15292"/>
                    <a:pt x="4757" y="15292"/>
                  </a:cubicBezTo>
                  <a:cubicBezTo>
                    <a:pt x="7123" y="15292"/>
                    <a:pt x="9049" y="13414"/>
                    <a:pt x="9123" y="110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9"/>
            <p:cNvSpPr/>
            <p:nvPr/>
          </p:nvSpPr>
          <p:spPr>
            <a:xfrm>
              <a:off x="3202911" y="3533904"/>
              <a:ext cx="371149" cy="686979"/>
            </a:xfrm>
            <a:custGeom>
              <a:avLst/>
              <a:gdLst/>
              <a:ahLst/>
              <a:cxnLst/>
              <a:rect l="l" t="t" r="r" b="b"/>
              <a:pathLst>
                <a:path w="4220" h="7855" extrusionOk="0">
                  <a:moveTo>
                    <a:pt x="537" y="2171"/>
                  </a:moveTo>
                  <a:cubicBezTo>
                    <a:pt x="732" y="2342"/>
                    <a:pt x="829" y="2586"/>
                    <a:pt x="829" y="2854"/>
                  </a:cubicBezTo>
                  <a:lnTo>
                    <a:pt x="829" y="5586"/>
                  </a:lnTo>
                  <a:cubicBezTo>
                    <a:pt x="829" y="6074"/>
                    <a:pt x="488" y="6488"/>
                    <a:pt x="0" y="6562"/>
                  </a:cubicBezTo>
                  <a:lnTo>
                    <a:pt x="0" y="7854"/>
                  </a:lnTo>
                  <a:lnTo>
                    <a:pt x="220" y="7854"/>
                  </a:lnTo>
                  <a:cubicBezTo>
                    <a:pt x="951" y="7854"/>
                    <a:pt x="1659" y="7757"/>
                    <a:pt x="2366" y="7562"/>
                  </a:cubicBezTo>
                  <a:cubicBezTo>
                    <a:pt x="3025" y="7342"/>
                    <a:pt x="3634" y="7074"/>
                    <a:pt x="4220" y="6708"/>
                  </a:cubicBezTo>
                  <a:lnTo>
                    <a:pt x="4220" y="4342"/>
                  </a:lnTo>
                  <a:cubicBezTo>
                    <a:pt x="4195" y="2001"/>
                    <a:pt x="2342" y="74"/>
                    <a:pt x="0" y="1"/>
                  </a:cubicBezTo>
                  <a:lnTo>
                    <a:pt x="0" y="1903"/>
                  </a:lnTo>
                  <a:cubicBezTo>
                    <a:pt x="220" y="1928"/>
                    <a:pt x="390" y="2025"/>
                    <a:pt x="537" y="217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9"/>
            <p:cNvSpPr/>
            <p:nvPr/>
          </p:nvSpPr>
          <p:spPr>
            <a:xfrm>
              <a:off x="3129912" y="3708819"/>
              <a:ext cx="120228" cy="373356"/>
            </a:xfrm>
            <a:custGeom>
              <a:avLst/>
              <a:gdLst/>
              <a:ahLst/>
              <a:cxnLst/>
              <a:rect l="l" t="t" r="r" b="b"/>
              <a:pathLst>
                <a:path w="1367" h="4269" extrusionOk="0">
                  <a:moveTo>
                    <a:pt x="1367" y="3586"/>
                  </a:moveTo>
                  <a:lnTo>
                    <a:pt x="1367" y="854"/>
                  </a:lnTo>
                  <a:cubicBezTo>
                    <a:pt x="1294" y="1"/>
                    <a:pt x="74" y="1"/>
                    <a:pt x="1" y="854"/>
                  </a:cubicBezTo>
                  <a:lnTo>
                    <a:pt x="1" y="3586"/>
                  </a:lnTo>
                  <a:cubicBezTo>
                    <a:pt x="1" y="3976"/>
                    <a:pt x="318" y="4269"/>
                    <a:pt x="684" y="4269"/>
                  </a:cubicBezTo>
                  <a:cubicBezTo>
                    <a:pt x="855" y="4269"/>
                    <a:pt x="1025" y="4196"/>
                    <a:pt x="1172" y="4074"/>
                  </a:cubicBezTo>
                  <a:cubicBezTo>
                    <a:pt x="1294" y="3952"/>
                    <a:pt x="1367" y="3781"/>
                    <a:pt x="1367" y="358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9"/>
            <p:cNvSpPr/>
            <p:nvPr/>
          </p:nvSpPr>
          <p:spPr>
            <a:xfrm>
              <a:off x="2806080" y="3533904"/>
              <a:ext cx="371149" cy="686979"/>
            </a:xfrm>
            <a:custGeom>
              <a:avLst/>
              <a:gdLst/>
              <a:ahLst/>
              <a:cxnLst/>
              <a:rect l="l" t="t" r="r" b="b"/>
              <a:pathLst>
                <a:path w="4220" h="7855" extrusionOk="0">
                  <a:moveTo>
                    <a:pt x="3390" y="5586"/>
                  </a:moveTo>
                  <a:lnTo>
                    <a:pt x="3390" y="2854"/>
                  </a:lnTo>
                  <a:cubicBezTo>
                    <a:pt x="3390" y="2367"/>
                    <a:pt x="3756" y="1976"/>
                    <a:pt x="4220" y="1903"/>
                  </a:cubicBezTo>
                  <a:lnTo>
                    <a:pt x="4220" y="1"/>
                  </a:lnTo>
                  <a:cubicBezTo>
                    <a:pt x="1878" y="74"/>
                    <a:pt x="25" y="2001"/>
                    <a:pt x="0" y="4342"/>
                  </a:cubicBezTo>
                  <a:lnTo>
                    <a:pt x="0" y="6708"/>
                  </a:lnTo>
                  <a:cubicBezTo>
                    <a:pt x="585" y="7049"/>
                    <a:pt x="1220" y="7342"/>
                    <a:pt x="1854" y="7537"/>
                  </a:cubicBezTo>
                  <a:cubicBezTo>
                    <a:pt x="2561" y="7732"/>
                    <a:pt x="3268" y="7854"/>
                    <a:pt x="4000" y="7830"/>
                  </a:cubicBezTo>
                  <a:lnTo>
                    <a:pt x="4220" y="7830"/>
                  </a:lnTo>
                  <a:lnTo>
                    <a:pt x="4220" y="6562"/>
                  </a:lnTo>
                  <a:cubicBezTo>
                    <a:pt x="3732" y="6488"/>
                    <a:pt x="3390" y="6074"/>
                    <a:pt x="3390" y="558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9"/>
            <p:cNvSpPr/>
            <p:nvPr/>
          </p:nvSpPr>
          <p:spPr>
            <a:xfrm>
              <a:off x="2806080" y="4150392"/>
              <a:ext cx="767979" cy="684792"/>
            </a:xfrm>
            <a:custGeom>
              <a:avLst/>
              <a:gdLst/>
              <a:ahLst/>
              <a:cxnLst/>
              <a:rect l="l" t="t" r="r" b="b"/>
              <a:pathLst>
                <a:path w="8732" h="7830" extrusionOk="0">
                  <a:moveTo>
                    <a:pt x="6976" y="781"/>
                  </a:moveTo>
                  <a:cubicBezTo>
                    <a:pt x="6244" y="1000"/>
                    <a:pt x="5488" y="1098"/>
                    <a:pt x="4732" y="1098"/>
                  </a:cubicBezTo>
                  <a:lnTo>
                    <a:pt x="4000" y="1098"/>
                  </a:lnTo>
                  <a:cubicBezTo>
                    <a:pt x="2585" y="1098"/>
                    <a:pt x="1220" y="732"/>
                    <a:pt x="0" y="0"/>
                  </a:cubicBezTo>
                  <a:lnTo>
                    <a:pt x="0" y="3586"/>
                  </a:lnTo>
                  <a:cubicBezTo>
                    <a:pt x="73" y="5951"/>
                    <a:pt x="2000" y="7829"/>
                    <a:pt x="4366" y="7829"/>
                  </a:cubicBezTo>
                  <a:cubicBezTo>
                    <a:pt x="6732" y="7829"/>
                    <a:pt x="8658" y="5951"/>
                    <a:pt x="8732" y="3586"/>
                  </a:cubicBezTo>
                  <a:lnTo>
                    <a:pt x="8732" y="0"/>
                  </a:lnTo>
                  <a:cubicBezTo>
                    <a:pt x="8171" y="342"/>
                    <a:pt x="7585" y="610"/>
                    <a:pt x="6976" y="7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9"/>
            <p:cNvSpPr/>
            <p:nvPr/>
          </p:nvSpPr>
          <p:spPr>
            <a:xfrm>
              <a:off x="3505371" y="4248519"/>
              <a:ext cx="34388" cy="266658"/>
            </a:xfrm>
            <a:custGeom>
              <a:avLst/>
              <a:gdLst/>
              <a:ahLst/>
              <a:cxnLst/>
              <a:rect l="l" t="t" r="r" b="b"/>
              <a:pathLst>
                <a:path w="391" h="3049" extrusionOk="0">
                  <a:moveTo>
                    <a:pt x="0" y="195"/>
                  </a:moveTo>
                  <a:cubicBezTo>
                    <a:pt x="0" y="98"/>
                    <a:pt x="98" y="0"/>
                    <a:pt x="195" y="0"/>
                  </a:cubicBezTo>
                  <a:cubicBezTo>
                    <a:pt x="317" y="0"/>
                    <a:pt x="390" y="98"/>
                    <a:pt x="390" y="195"/>
                  </a:cubicBezTo>
                  <a:lnTo>
                    <a:pt x="390" y="1927"/>
                  </a:lnTo>
                  <a:cubicBezTo>
                    <a:pt x="390" y="2025"/>
                    <a:pt x="317" y="2122"/>
                    <a:pt x="195" y="2122"/>
                  </a:cubicBezTo>
                  <a:cubicBezTo>
                    <a:pt x="98" y="2122"/>
                    <a:pt x="0" y="2025"/>
                    <a:pt x="0" y="1927"/>
                  </a:cubicBezTo>
                  <a:close/>
                  <a:moveTo>
                    <a:pt x="0" y="2537"/>
                  </a:moveTo>
                  <a:cubicBezTo>
                    <a:pt x="0" y="2439"/>
                    <a:pt x="98" y="2342"/>
                    <a:pt x="195" y="2342"/>
                  </a:cubicBezTo>
                  <a:cubicBezTo>
                    <a:pt x="317" y="2342"/>
                    <a:pt x="390" y="2439"/>
                    <a:pt x="390" y="2537"/>
                  </a:cubicBezTo>
                  <a:lnTo>
                    <a:pt x="390" y="2854"/>
                  </a:lnTo>
                  <a:cubicBezTo>
                    <a:pt x="390" y="2951"/>
                    <a:pt x="317" y="3049"/>
                    <a:pt x="195" y="3049"/>
                  </a:cubicBezTo>
                  <a:cubicBezTo>
                    <a:pt x="73" y="3049"/>
                    <a:pt x="0" y="2951"/>
                    <a:pt x="0" y="28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9"/>
            <p:cNvSpPr/>
            <p:nvPr/>
          </p:nvSpPr>
          <p:spPr>
            <a:xfrm>
              <a:off x="3202911" y="3533904"/>
              <a:ext cx="371149" cy="633630"/>
            </a:xfrm>
            <a:custGeom>
              <a:avLst/>
              <a:gdLst/>
              <a:ahLst/>
              <a:cxnLst/>
              <a:rect l="l" t="t" r="r" b="b"/>
              <a:pathLst>
                <a:path w="4220" h="7245" extrusionOk="0">
                  <a:moveTo>
                    <a:pt x="3610" y="4635"/>
                  </a:moveTo>
                  <a:lnTo>
                    <a:pt x="3610" y="7001"/>
                  </a:lnTo>
                  <a:cubicBezTo>
                    <a:pt x="3464" y="7098"/>
                    <a:pt x="3317" y="7171"/>
                    <a:pt x="3171" y="7244"/>
                  </a:cubicBezTo>
                  <a:cubicBezTo>
                    <a:pt x="3537" y="7098"/>
                    <a:pt x="3878" y="6903"/>
                    <a:pt x="4220" y="6708"/>
                  </a:cubicBezTo>
                  <a:lnTo>
                    <a:pt x="4220" y="4342"/>
                  </a:lnTo>
                  <a:cubicBezTo>
                    <a:pt x="4195" y="2001"/>
                    <a:pt x="2342" y="74"/>
                    <a:pt x="0" y="1"/>
                  </a:cubicBezTo>
                  <a:lnTo>
                    <a:pt x="0" y="342"/>
                  </a:lnTo>
                  <a:cubicBezTo>
                    <a:pt x="2073" y="732"/>
                    <a:pt x="3586" y="2537"/>
                    <a:pt x="3610" y="463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9"/>
            <p:cNvSpPr/>
            <p:nvPr/>
          </p:nvSpPr>
          <p:spPr>
            <a:xfrm>
              <a:off x="3329471" y="4150392"/>
              <a:ext cx="246788" cy="667738"/>
            </a:xfrm>
            <a:custGeom>
              <a:avLst/>
              <a:gdLst/>
              <a:ahLst/>
              <a:cxnLst/>
              <a:rect l="l" t="t" r="r" b="b"/>
              <a:pathLst>
                <a:path w="2806" h="7635" extrusionOk="0">
                  <a:moveTo>
                    <a:pt x="2781" y="0"/>
                  </a:moveTo>
                  <a:cubicBezTo>
                    <a:pt x="2586" y="122"/>
                    <a:pt x="2366" y="244"/>
                    <a:pt x="2171" y="342"/>
                  </a:cubicBezTo>
                  <a:lnTo>
                    <a:pt x="2171" y="1122"/>
                  </a:lnTo>
                  <a:lnTo>
                    <a:pt x="2195" y="1122"/>
                  </a:lnTo>
                  <a:cubicBezTo>
                    <a:pt x="2317" y="1122"/>
                    <a:pt x="2390" y="1220"/>
                    <a:pt x="2390" y="1317"/>
                  </a:cubicBezTo>
                  <a:lnTo>
                    <a:pt x="2390" y="3049"/>
                  </a:lnTo>
                  <a:cubicBezTo>
                    <a:pt x="2390" y="3147"/>
                    <a:pt x="2317" y="3244"/>
                    <a:pt x="2195" y="3244"/>
                  </a:cubicBezTo>
                  <a:lnTo>
                    <a:pt x="2171" y="3244"/>
                  </a:lnTo>
                  <a:lnTo>
                    <a:pt x="2171" y="3464"/>
                  </a:lnTo>
                  <a:lnTo>
                    <a:pt x="2195" y="3464"/>
                  </a:lnTo>
                  <a:cubicBezTo>
                    <a:pt x="2317" y="3464"/>
                    <a:pt x="2390" y="3561"/>
                    <a:pt x="2390" y="3683"/>
                  </a:cubicBezTo>
                  <a:lnTo>
                    <a:pt x="2390" y="3976"/>
                  </a:lnTo>
                  <a:cubicBezTo>
                    <a:pt x="2390" y="4098"/>
                    <a:pt x="2317" y="4171"/>
                    <a:pt x="2195" y="4171"/>
                  </a:cubicBezTo>
                  <a:lnTo>
                    <a:pt x="2171" y="4171"/>
                  </a:lnTo>
                  <a:cubicBezTo>
                    <a:pt x="2049" y="5610"/>
                    <a:pt x="1244" y="6903"/>
                    <a:pt x="0" y="7634"/>
                  </a:cubicBezTo>
                  <a:cubicBezTo>
                    <a:pt x="1683" y="6976"/>
                    <a:pt x="2781" y="5366"/>
                    <a:pt x="2805" y="3586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9"/>
            <p:cNvSpPr/>
            <p:nvPr/>
          </p:nvSpPr>
          <p:spPr>
            <a:xfrm>
              <a:off x="3138531" y="3728060"/>
              <a:ext cx="111609" cy="373356"/>
            </a:xfrm>
            <a:custGeom>
              <a:avLst/>
              <a:gdLst/>
              <a:ahLst/>
              <a:cxnLst/>
              <a:rect l="l" t="t" r="r" b="b"/>
              <a:pathLst>
                <a:path w="1269" h="4269" extrusionOk="0">
                  <a:moveTo>
                    <a:pt x="879" y="317"/>
                  </a:moveTo>
                  <a:lnTo>
                    <a:pt x="879" y="3049"/>
                  </a:lnTo>
                  <a:cubicBezTo>
                    <a:pt x="879" y="3439"/>
                    <a:pt x="586" y="3732"/>
                    <a:pt x="220" y="3732"/>
                  </a:cubicBezTo>
                  <a:cubicBezTo>
                    <a:pt x="147" y="3732"/>
                    <a:pt x="74" y="3732"/>
                    <a:pt x="1" y="3707"/>
                  </a:cubicBezTo>
                  <a:cubicBezTo>
                    <a:pt x="25" y="3756"/>
                    <a:pt x="74" y="3805"/>
                    <a:pt x="123" y="3854"/>
                  </a:cubicBezTo>
                  <a:cubicBezTo>
                    <a:pt x="537" y="4268"/>
                    <a:pt x="1244" y="3976"/>
                    <a:pt x="1269" y="3366"/>
                  </a:cubicBezTo>
                  <a:lnTo>
                    <a:pt x="1269" y="634"/>
                  </a:lnTo>
                  <a:cubicBezTo>
                    <a:pt x="1269" y="464"/>
                    <a:pt x="1196" y="293"/>
                    <a:pt x="1074" y="147"/>
                  </a:cubicBezTo>
                  <a:cubicBezTo>
                    <a:pt x="976" y="73"/>
                    <a:pt x="903" y="25"/>
                    <a:pt x="805" y="0"/>
                  </a:cubicBezTo>
                  <a:cubicBezTo>
                    <a:pt x="854" y="98"/>
                    <a:pt x="879" y="195"/>
                    <a:pt x="879" y="31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3544E03-3FC0-F469-4DB7-4D2403B14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213" y="1184632"/>
            <a:ext cx="877105" cy="8771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0"/>
          <p:cNvSpPr txBox="1">
            <a:spLocks noGrp="1"/>
          </p:cNvSpPr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Team Members :</a:t>
            </a:r>
            <a:endParaRPr sz="4400" dirty="0"/>
          </a:p>
        </p:txBody>
      </p:sp>
      <p:sp>
        <p:nvSpPr>
          <p:cNvPr id="468" name="Google Shape;468;p30"/>
          <p:cNvSpPr txBox="1">
            <a:spLocks noGrp="1"/>
          </p:cNvSpPr>
          <p:nvPr>
            <p:ph type="body" idx="1"/>
          </p:nvPr>
        </p:nvSpPr>
        <p:spPr>
          <a:xfrm>
            <a:off x="715101" y="1998129"/>
            <a:ext cx="7256598" cy="18137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Rubik Black" panose="020B0604020202020204" charset="-79"/>
                <a:cs typeface="Rubik Black" panose="020B0604020202020204" charset="-79"/>
              </a:rPr>
              <a:t>Shivkumar  </a:t>
            </a:r>
            <a:r>
              <a:rPr lang="en-US" sz="2800" dirty="0" err="1">
                <a:latin typeface="Rubik Black" panose="020B0604020202020204" charset="-79"/>
                <a:cs typeface="Rubik Black" panose="020B0604020202020204" charset="-79"/>
              </a:rPr>
              <a:t>Hande</a:t>
            </a:r>
            <a:r>
              <a:rPr lang="en-US" sz="2800" dirty="0">
                <a:latin typeface="Rubik Black" panose="020B0604020202020204" charset="-79"/>
                <a:cs typeface="Rubik Black" panose="020B0604020202020204" charset="-79"/>
              </a:rPr>
              <a:t>          3523 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Rubik Black" panose="020B0604020202020204" charset="-79"/>
                <a:cs typeface="Rubik Black" panose="020B0604020202020204" charset="-79"/>
              </a:rPr>
              <a:t>Devraj  Kanki                        3526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Rubik Black" panose="020B0604020202020204" charset="-79"/>
                <a:cs typeface="Rubik Black" panose="020B0604020202020204" charset="-79"/>
              </a:rPr>
              <a:t>Ajinkya  Kamble                3518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Rubik Black" panose="020B0604020202020204" charset="-79"/>
                <a:cs typeface="Rubik Black" panose="020B0604020202020204" charset="-79"/>
              </a:rPr>
              <a:t>Aditya </a:t>
            </a:r>
            <a:r>
              <a:rPr lang="en-US" sz="2800" dirty="0" err="1">
                <a:latin typeface="Rubik Black" panose="020B0604020202020204" charset="-79"/>
                <a:cs typeface="Rubik Black" panose="020B0604020202020204" charset="-79"/>
              </a:rPr>
              <a:t>Karampuri</a:t>
            </a:r>
            <a:r>
              <a:rPr lang="en-US" sz="2800" dirty="0">
                <a:latin typeface="Rubik Black" panose="020B0604020202020204" charset="-79"/>
                <a:cs typeface="Rubik Black" panose="020B0604020202020204" charset="-79"/>
              </a:rPr>
              <a:t>           3527</a:t>
            </a:r>
            <a:endParaRPr sz="2800" dirty="0">
              <a:latin typeface="Rubik Black" panose="020B0604020202020204" charset="-79"/>
              <a:cs typeface="Rubik Black" panose="020B0604020202020204" charset="-79"/>
            </a:endParaRPr>
          </a:p>
        </p:txBody>
      </p:sp>
      <p:sp>
        <p:nvSpPr>
          <p:cNvPr id="472" name="Google Shape;472;p30"/>
          <p:cNvSpPr/>
          <p:nvPr/>
        </p:nvSpPr>
        <p:spPr>
          <a:xfrm>
            <a:off x="947450" y="1565988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30"/>
          <p:cNvSpPr/>
          <p:nvPr/>
        </p:nvSpPr>
        <p:spPr>
          <a:xfrm>
            <a:off x="715110" y="1417336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30"/>
          <p:cNvSpPr/>
          <p:nvPr/>
        </p:nvSpPr>
        <p:spPr>
          <a:xfrm>
            <a:off x="7971698" y="1518025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1"/>
          <p:cNvSpPr txBox="1">
            <a:spLocks noGrp="1"/>
          </p:cNvSpPr>
          <p:nvPr>
            <p:ph type="title" idx="15"/>
          </p:nvPr>
        </p:nvSpPr>
        <p:spPr>
          <a:xfrm>
            <a:off x="715055" y="557869"/>
            <a:ext cx="7713300" cy="40277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br>
              <a:rPr lang="en" dirty="0"/>
            </a:br>
            <a:br>
              <a:rPr lang="en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Arial Black" panose="020B0A04020102020204" pitchFamily="34" charset="0"/>
                <a:cs typeface="Rubik Black" panose="020B0604020202020204" charset="-79"/>
              </a:rPr>
              <a:t>"Welcome to our urban home services website project, where convenience meets quality in the heart of city living. Our mission is to simplify your urban lifestyle by offering a comprehensive range of home services at your fingertips. From plumbing and electrical repairs to home cleaning and maintenance, Join us on this journey to elevate your urban living experience."</a:t>
            </a:r>
            <a:br>
              <a:rPr lang="en" dirty="0">
                <a:latin typeface="Arial Black" panose="020B0A04020102020204" pitchFamily="34" charset="0"/>
                <a:cs typeface="Rubik Black" panose="020B0604020202020204" charset="-79"/>
              </a:rPr>
            </a:br>
            <a:r>
              <a:rPr lang="en" dirty="0">
                <a:latin typeface="Rubik Black" panose="020B0604020202020204" charset="-79"/>
                <a:cs typeface="Rubik Black" panose="020B0604020202020204" charset="-79"/>
              </a:rPr>
              <a:t> </a:t>
            </a:r>
            <a:endParaRPr dirty="0">
              <a:latin typeface="Rubik Black" panose="020B0604020202020204" charset="-79"/>
              <a:cs typeface="Rubik Black" panose="020B0604020202020204" charset="-79"/>
            </a:endParaRPr>
          </a:p>
        </p:txBody>
      </p:sp>
      <p:sp>
        <p:nvSpPr>
          <p:cNvPr id="508" name="Google Shape;508;p31"/>
          <p:cNvSpPr/>
          <p:nvPr/>
        </p:nvSpPr>
        <p:spPr>
          <a:xfrm>
            <a:off x="7971738" y="1225982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31"/>
          <p:cNvSpPr/>
          <p:nvPr/>
        </p:nvSpPr>
        <p:spPr>
          <a:xfrm>
            <a:off x="7739398" y="1077330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31"/>
          <p:cNvSpPr/>
          <p:nvPr/>
        </p:nvSpPr>
        <p:spPr>
          <a:xfrm>
            <a:off x="715100" y="912725"/>
            <a:ext cx="457208" cy="164598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535;p32">
            <a:extLst>
              <a:ext uri="{FF2B5EF4-FFF2-40B4-BE49-F238E27FC236}">
                <a16:creationId xmlns:a16="http://schemas.microsoft.com/office/drawing/2014/main" id="{3A625839-874C-743F-06E2-A4BBB284A93B}"/>
              </a:ext>
            </a:extLst>
          </p:cNvPr>
          <p:cNvGrpSpPr/>
          <p:nvPr/>
        </p:nvGrpSpPr>
        <p:grpSpPr>
          <a:xfrm>
            <a:off x="650281" y="119795"/>
            <a:ext cx="7843437" cy="4903910"/>
            <a:chOff x="715100" y="274199"/>
            <a:chExt cx="1920300" cy="1918875"/>
          </a:xfrm>
        </p:grpSpPr>
        <p:sp>
          <p:nvSpPr>
            <p:cNvPr id="3" name="Google Shape;536;p32">
              <a:extLst>
                <a:ext uri="{FF2B5EF4-FFF2-40B4-BE49-F238E27FC236}">
                  <a16:creationId xmlns:a16="http://schemas.microsoft.com/office/drawing/2014/main" id="{426686FA-7E3A-2A62-F358-7C801AFF5043}"/>
                </a:ext>
              </a:extLst>
            </p:cNvPr>
            <p:cNvSpPr/>
            <p:nvPr/>
          </p:nvSpPr>
          <p:spPr>
            <a:xfrm>
              <a:off x="806600" y="364274"/>
              <a:ext cx="1828800" cy="18288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" name="Google Shape;537;p32">
              <a:extLst>
                <a:ext uri="{FF2B5EF4-FFF2-40B4-BE49-F238E27FC236}">
                  <a16:creationId xmlns:a16="http://schemas.microsoft.com/office/drawing/2014/main" id="{4064ABF3-BA4D-13A4-02B3-FB844A27E950}"/>
                </a:ext>
              </a:extLst>
            </p:cNvPr>
            <p:cNvGrpSpPr/>
            <p:nvPr/>
          </p:nvGrpSpPr>
          <p:grpSpPr>
            <a:xfrm>
              <a:off x="715100" y="274199"/>
              <a:ext cx="1828800" cy="1828800"/>
              <a:chOff x="715100" y="274199"/>
              <a:chExt cx="1828800" cy="1828800"/>
            </a:xfrm>
          </p:grpSpPr>
          <p:sp>
            <p:nvSpPr>
              <p:cNvPr id="5" name="Google Shape;538;p32">
                <a:extLst>
                  <a:ext uri="{FF2B5EF4-FFF2-40B4-BE49-F238E27FC236}">
                    <a16:creationId xmlns:a16="http://schemas.microsoft.com/office/drawing/2014/main" id="{BB958ED5-8CE5-FF87-CBCB-A0A1FE367F36}"/>
                  </a:ext>
                </a:extLst>
              </p:cNvPr>
              <p:cNvSpPr/>
              <p:nvPr/>
            </p:nvSpPr>
            <p:spPr>
              <a:xfrm>
                <a:off x="715100" y="274199"/>
                <a:ext cx="1828800" cy="18288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" name="Google Shape;539;p32">
                <a:extLst>
                  <a:ext uri="{FF2B5EF4-FFF2-40B4-BE49-F238E27FC236}">
                    <a16:creationId xmlns:a16="http://schemas.microsoft.com/office/drawing/2014/main" id="{EFBB99DE-B310-0CAD-882F-27586E03EC38}"/>
                  </a:ext>
                </a:extLst>
              </p:cNvPr>
              <p:cNvCxnSpPr/>
              <p:nvPr/>
            </p:nvCxnSpPr>
            <p:spPr>
              <a:xfrm>
                <a:off x="717952" y="637800"/>
                <a:ext cx="1823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7" name="Google Shape;540;p32">
                <a:extLst>
                  <a:ext uri="{FF2B5EF4-FFF2-40B4-BE49-F238E27FC236}">
                    <a16:creationId xmlns:a16="http://schemas.microsoft.com/office/drawing/2014/main" id="{FE3DCA13-1F5C-43E4-71D8-CAD024438EB4}"/>
                  </a:ext>
                </a:extLst>
              </p:cNvPr>
              <p:cNvGrpSpPr/>
              <p:nvPr/>
            </p:nvGrpSpPr>
            <p:grpSpPr>
              <a:xfrm>
                <a:off x="2267950" y="363963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0" name="Google Shape;541;p32">
                  <a:extLst>
                    <a:ext uri="{FF2B5EF4-FFF2-40B4-BE49-F238E27FC236}">
                      <a16:creationId xmlns:a16="http://schemas.microsoft.com/office/drawing/2014/main" id="{3E319A01-6630-D13F-F1E0-20EE676732CF}"/>
                    </a:ext>
                  </a:extLst>
                </p:cNvPr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" name="Google Shape;542;p32">
                  <a:extLst>
                    <a:ext uri="{FF2B5EF4-FFF2-40B4-BE49-F238E27FC236}">
                      <a16:creationId xmlns:a16="http://schemas.microsoft.com/office/drawing/2014/main" id="{CCD4E7AE-1CA5-4EB3-CE3E-19AC6DEB51ED}"/>
                    </a:ext>
                  </a:extLst>
                </p:cNvPr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8" name="Google Shape;543;p32">
                <a:extLst>
                  <a:ext uri="{FF2B5EF4-FFF2-40B4-BE49-F238E27FC236}">
                    <a16:creationId xmlns:a16="http://schemas.microsoft.com/office/drawing/2014/main" id="{5CE4544D-8178-C101-1A32-68A20F2CCCB8}"/>
                  </a:ext>
                </a:extLst>
              </p:cNvPr>
              <p:cNvSpPr/>
              <p:nvPr/>
            </p:nvSpPr>
            <p:spPr>
              <a:xfrm>
                <a:off x="1951450" y="367563"/>
                <a:ext cx="179400" cy="1794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9" name="Google Shape;544;p32">
                <a:extLst>
                  <a:ext uri="{FF2B5EF4-FFF2-40B4-BE49-F238E27FC236}">
                    <a16:creationId xmlns:a16="http://schemas.microsoft.com/office/drawing/2014/main" id="{778F31AE-20B7-1E52-1369-CB67BD380372}"/>
                  </a:ext>
                </a:extLst>
              </p:cNvPr>
              <p:cNvCxnSpPr/>
              <p:nvPr/>
            </p:nvCxnSpPr>
            <p:spPr>
              <a:xfrm>
                <a:off x="1605849" y="546963"/>
                <a:ext cx="208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532A6F5-D4A3-11A0-EED8-7C0C41325B7C}"/>
              </a:ext>
            </a:extLst>
          </p:cNvPr>
          <p:cNvSpPr txBox="1"/>
          <p:nvPr/>
        </p:nvSpPr>
        <p:spPr>
          <a:xfrm>
            <a:off x="1166946" y="1474714"/>
            <a:ext cx="613639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Problems:</a:t>
            </a:r>
          </a:p>
          <a:p>
            <a:endParaRPr lang="en-US" dirty="0"/>
          </a:p>
          <a:p>
            <a:r>
              <a:rPr lang="en-US" dirty="0"/>
              <a:t>1. Reliability: Hard to find trustworthy service providers.</a:t>
            </a:r>
          </a:p>
          <a:p>
            <a:r>
              <a:rPr lang="en-US" dirty="0"/>
              <a:t>2. Time-Consumption: Search process is lengthy and frustrating.</a:t>
            </a:r>
          </a:p>
          <a:p>
            <a:r>
              <a:rPr lang="en-US" dirty="0"/>
              <a:t>3. Limited Information: Lack detailed provider info.</a:t>
            </a:r>
          </a:p>
          <a:p>
            <a:r>
              <a:rPr lang="en-US" dirty="0"/>
              <a:t>4. Communication Issues: Disjointed communication leads to delays.</a:t>
            </a:r>
          </a:p>
          <a:p>
            <a:r>
              <a:rPr lang="en-US" dirty="0"/>
              <a:t>5. Payment Challenges: Hassles with unclear pricing and disputes.</a:t>
            </a:r>
          </a:p>
          <a:p>
            <a:r>
              <a:rPr lang="en-US" dirty="0"/>
              <a:t>6. Limited Service Options: Difficulty finding providers for diverse needs.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8841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0F72C-CB45-4174-9BF7-E377F294B6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7967" y="1569473"/>
            <a:ext cx="6288065" cy="2469000"/>
          </a:xfrm>
        </p:spPr>
        <p:txBody>
          <a:bodyPr/>
          <a:lstStyle/>
          <a:p>
            <a:pPr algn="l"/>
            <a:br>
              <a:rPr lang="en-US" sz="1100" dirty="0"/>
            </a:br>
            <a:r>
              <a:rPr lang="en-US" sz="2800" dirty="0"/>
              <a:t>Features</a:t>
            </a:r>
            <a:br>
              <a:rPr lang="en-US" sz="1100" dirty="0"/>
            </a:br>
            <a:br>
              <a:rPr lang="en-US" sz="1100" dirty="0"/>
            </a:br>
            <a:r>
              <a:rPr lang="en-US" sz="1200" dirty="0">
                <a:latin typeface="+mn-lt"/>
              </a:rPr>
              <a:t>1. Reliability:</a:t>
            </a:r>
            <a:br>
              <a:rPr lang="en-US" sz="1200" dirty="0">
                <a:latin typeface="+mn-lt"/>
              </a:rPr>
            </a:br>
            <a:r>
              <a:rPr lang="en-US" sz="1200" dirty="0">
                <a:latin typeface="+mn-lt"/>
              </a:rPr>
              <a:t>   - Verified Providers: Implement a verification process for service providers to ensure reliability.</a:t>
            </a:r>
            <a:br>
              <a:rPr lang="en-US" sz="1200" dirty="0">
                <a:latin typeface="+mn-lt"/>
              </a:rPr>
            </a:br>
            <a:r>
              <a:rPr lang="en-US" sz="1200" dirty="0">
                <a:latin typeface="+mn-lt"/>
              </a:rPr>
              <a:t>   - Customer Feedback: Allow users to review service providers to build trust.</a:t>
            </a:r>
            <a:br>
              <a:rPr lang="en-US" sz="1200" dirty="0">
                <a:latin typeface="+mn-lt"/>
              </a:rPr>
            </a:br>
            <a:br>
              <a:rPr lang="en-US" sz="1200" dirty="0">
                <a:latin typeface="+mn-lt"/>
              </a:rPr>
            </a:br>
            <a:r>
              <a:rPr lang="en-US" sz="1200" dirty="0">
                <a:latin typeface="+mn-lt"/>
              </a:rPr>
              <a:t>2. Time-Consumption:</a:t>
            </a:r>
            <a:br>
              <a:rPr lang="en-US" sz="1200" dirty="0">
                <a:latin typeface="+mn-lt"/>
              </a:rPr>
            </a:br>
            <a:r>
              <a:rPr lang="en-US" sz="1200" dirty="0">
                <a:latin typeface="+mn-lt"/>
              </a:rPr>
              <a:t>   - Advanced Search Filters: Enable users to quickly narrow down options based on location,         services offered, ratings, etc.</a:t>
            </a:r>
            <a:br>
              <a:rPr lang="en-US" sz="1200" dirty="0">
                <a:latin typeface="+mn-lt"/>
              </a:rPr>
            </a:br>
            <a:r>
              <a:rPr lang="en-US" sz="1200" dirty="0">
                <a:latin typeface="+mn-lt"/>
              </a:rPr>
              <a:t>   - Instant Booking: Provide a streamlined booking process with real-time availability.</a:t>
            </a:r>
            <a:br>
              <a:rPr lang="en-US" sz="1200" dirty="0">
                <a:latin typeface="+mn-lt"/>
              </a:rPr>
            </a:br>
            <a:br>
              <a:rPr lang="en-US" sz="1200" dirty="0">
                <a:latin typeface="+mn-lt"/>
              </a:rPr>
            </a:br>
            <a:r>
              <a:rPr lang="en-US" sz="1200" dirty="0">
                <a:latin typeface="+mn-lt"/>
              </a:rPr>
              <a:t>3. Limited Information:</a:t>
            </a:r>
            <a:br>
              <a:rPr lang="en-US" sz="1200" dirty="0">
                <a:latin typeface="+mn-lt"/>
              </a:rPr>
            </a:br>
            <a:r>
              <a:rPr lang="en-US" sz="1200" dirty="0">
                <a:latin typeface="+mn-lt"/>
              </a:rPr>
              <a:t>   - Detailed Provider Profiles: Include comprehensive information about each service provider, experience, and customer feedback.</a:t>
            </a:r>
            <a:br>
              <a:rPr lang="en-US" sz="1200" dirty="0">
                <a:latin typeface="+mn-lt"/>
              </a:rPr>
            </a:br>
            <a:r>
              <a:rPr lang="en-US" sz="1200" dirty="0">
                <a:latin typeface="+mn-lt"/>
              </a:rPr>
              <a:t>   </a:t>
            </a:r>
            <a:br>
              <a:rPr lang="en-US" sz="1100" dirty="0"/>
            </a:b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4201691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BAF0C-8B27-459D-BFC7-99A54E8A38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8762" y="1174903"/>
            <a:ext cx="6651320" cy="2469000"/>
          </a:xfrm>
        </p:spPr>
        <p:txBody>
          <a:bodyPr/>
          <a:lstStyle/>
          <a:p>
            <a:pPr algn="l"/>
            <a:br>
              <a:rPr lang="en-US" sz="1200" dirty="0">
                <a:latin typeface="+mn-lt"/>
              </a:rPr>
            </a:br>
            <a:br>
              <a:rPr lang="en-US" sz="1200" dirty="0">
                <a:latin typeface="+mn-lt"/>
              </a:rPr>
            </a:br>
            <a:r>
              <a:rPr lang="en-US" sz="1200" dirty="0">
                <a:latin typeface="+mn-lt"/>
              </a:rPr>
              <a:t>4. Communication Issues:</a:t>
            </a:r>
            <a:br>
              <a:rPr lang="en-US" sz="1200" dirty="0">
                <a:latin typeface="+mn-lt"/>
              </a:rPr>
            </a:br>
            <a:r>
              <a:rPr lang="en-US" sz="1200" dirty="0">
                <a:latin typeface="+mn-lt"/>
              </a:rPr>
              <a:t>   - In-App Messaging: Offer a built-in messaging system to facilitate communication between users and providers.</a:t>
            </a:r>
            <a:br>
              <a:rPr lang="en-US" sz="1200" dirty="0">
                <a:latin typeface="+mn-lt"/>
              </a:rPr>
            </a:br>
            <a:br>
              <a:rPr lang="en-US" sz="1200" dirty="0">
                <a:latin typeface="+mn-lt"/>
              </a:rPr>
            </a:br>
            <a:br>
              <a:rPr lang="en-US" sz="1200" dirty="0">
                <a:latin typeface="+mn-lt"/>
              </a:rPr>
            </a:br>
            <a:r>
              <a:rPr lang="en-US" sz="1200" dirty="0">
                <a:latin typeface="+mn-lt"/>
              </a:rPr>
              <a:t>5. Payment Challenges:</a:t>
            </a:r>
            <a:br>
              <a:rPr lang="en-US" sz="1200" dirty="0">
                <a:latin typeface="+mn-lt"/>
              </a:rPr>
            </a:br>
            <a:r>
              <a:rPr lang="en-US" sz="1200" dirty="0">
                <a:latin typeface="+mn-lt"/>
              </a:rPr>
              <a:t>   - Transparent Pricing: Clearly display service costs upfront and provide detailed breakdowns.</a:t>
            </a:r>
            <a:br>
              <a:rPr lang="en-US" sz="1200" dirty="0">
                <a:latin typeface="+mn-lt"/>
              </a:rPr>
            </a:br>
            <a:br>
              <a:rPr lang="en-US" sz="1200" dirty="0">
                <a:latin typeface="+mn-lt"/>
              </a:rPr>
            </a:br>
            <a:br>
              <a:rPr lang="en-US" sz="1200" dirty="0">
                <a:latin typeface="+mn-lt"/>
              </a:rPr>
            </a:br>
            <a:r>
              <a:rPr lang="en-US" sz="1200" dirty="0">
                <a:latin typeface="+mn-lt"/>
              </a:rPr>
              <a:t>6. Limited Service Options:</a:t>
            </a:r>
            <a:br>
              <a:rPr lang="en-US" sz="1200" dirty="0">
                <a:latin typeface="+mn-lt"/>
              </a:rPr>
            </a:br>
            <a:r>
              <a:rPr lang="en-US" sz="1200" dirty="0">
                <a:latin typeface="+mn-lt"/>
              </a:rPr>
              <a:t>    - Diverse Service Categories: Expand the range of services offered to a wider variety of home maintenance needs.</a:t>
            </a:r>
            <a:br>
              <a:rPr lang="en-US" sz="1200" dirty="0">
                <a:latin typeface="+mn-lt"/>
              </a:rPr>
            </a:br>
            <a:r>
              <a:rPr lang="en-US" sz="1200" dirty="0">
                <a:latin typeface="+mn-lt"/>
              </a:rPr>
              <a:t>    </a:t>
            </a:r>
            <a:endParaRPr lang="en-IN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30791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B59719D-3848-4DB4-B03F-21459DE96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807" y="818177"/>
            <a:ext cx="6700085" cy="41334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F916A5-C1C0-4C37-B753-A12DDC812138}"/>
              </a:ext>
            </a:extLst>
          </p:cNvPr>
          <p:cNvSpPr txBox="1"/>
          <p:nvPr/>
        </p:nvSpPr>
        <p:spPr>
          <a:xfrm>
            <a:off x="839913" y="35654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Rubik Black" panose="020B0604020202020204" charset="-79"/>
                <a:cs typeface="Rubik Black" panose="020B0604020202020204" charset="-79"/>
              </a:rPr>
              <a:t>Project Working Flow</a:t>
            </a:r>
          </a:p>
        </p:txBody>
      </p:sp>
    </p:spTree>
    <p:extLst>
      <p:ext uri="{BB962C8B-B14F-4D97-AF65-F5344CB8AC3E}">
        <p14:creationId xmlns:p14="http://schemas.microsoft.com/office/powerpoint/2010/main" val="2978336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8" name="Google Shape;528;p32"/>
          <p:cNvGrpSpPr/>
          <p:nvPr/>
        </p:nvGrpSpPr>
        <p:grpSpPr>
          <a:xfrm rot="-5400000">
            <a:off x="8217210" y="925862"/>
            <a:ext cx="452668" cy="1184010"/>
            <a:chOff x="3724575" y="3497700"/>
            <a:chExt cx="603495" cy="1371596"/>
          </a:xfrm>
        </p:grpSpPr>
        <p:sp>
          <p:nvSpPr>
            <p:cNvPr id="529" name="Google Shape;529;p32"/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2"/>
            <p:cNvSpPr/>
            <p:nvPr/>
          </p:nvSpPr>
          <p:spPr>
            <a:xfrm>
              <a:off x="3757170" y="3848221"/>
              <a:ext cx="538223" cy="988485"/>
            </a:xfrm>
            <a:custGeom>
              <a:avLst/>
              <a:gdLst/>
              <a:ahLst/>
              <a:cxnLst/>
              <a:rect l="l" t="t" r="r" b="b"/>
              <a:pathLst>
                <a:path w="6440" h="11830" extrusionOk="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2"/>
            <p:cNvSpPr/>
            <p:nvPr/>
          </p:nvSpPr>
          <p:spPr>
            <a:xfrm>
              <a:off x="3816342" y="4047922"/>
              <a:ext cx="38779" cy="654255"/>
            </a:xfrm>
            <a:custGeom>
              <a:avLst/>
              <a:gdLst/>
              <a:ahLst/>
              <a:cxnLst/>
              <a:rect l="l" t="t" r="r" b="b"/>
              <a:pathLst>
                <a:path w="464" h="7830" extrusionOk="0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2"/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2"/>
            <p:cNvSpPr/>
            <p:nvPr/>
          </p:nvSpPr>
          <p:spPr>
            <a:xfrm>
              <a:off x="3871336" y="3530287"/>
              <a:ext cx="309980" cy="285349"/>
            </a:xfrm>
            <a:custGeom>
              <a:avLst/>
              <a:gdLst/>
              <a:ahLst/>
              <a:cxnLst/>
              <a:rect l="l" t="t" r="r" b="b"/>
              <a:pathLst>
                <a:path w="3709" h="3415" extrusionOk="0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2"/>
            <p:cNvSpPr/>
            <p:nvPr/>
          </p:nvSpPr>
          <p:spPr>
            <a:xfrm>
              <a:off x="3775557" y="3848221"/>
              <a:ext cx="519836" cy="988485"/>
            </a:xfrm>
            <a:custGeom>
              <a:avLst/>
              <a:gdLst/>
              <a:ahLst/>
              <a:cxnLst/>
              <a:rect l="l" t="t" r="r" b="b"/>
              <a:pathLst>
                <a:path w="6220" h="11830" extrusionOk="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5" name="Google Shape;535;p32"/>
          <p:cNvGrpSpPr/>
          <p:nvPr/>
        </p:nvGrpSpPr>
        <p:grpSpPr>
          <a:xfrm>
            <a:off x="57858" y="356605"/>
            <a:ext cx="1920300" cy="1918875"/>
            <a:chOff x="715100" y="274199"/>
            <a:chExt cx="1920300" cy="1918875"/>
          </a:xfrm>
        </p:grpSpPr>
        <p:sp>
          <p:nvSpPr>
            <p:cNvPr id="536" name="Google Shape;536;p32"/>
            <p:cNvSpPr/>
            <p:nvPr/>
          </p:nvSpPr>
          <p:spPr>
            <a:xfrm>
              <a:off x="806600" y="364274"/>
              <a:ext cx="1828800" cy="18288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7" name="Google Shape;537;p32"/>
            <p:cNvGrpSpPr/>
            <p:nvPr/>
          </p:nvGrpSpPr>
          <p:grpSpPr>
            <a:xfrm>
              <a:off x="715100" y="274199"/>
              <a:ext cx="1828800" cy="1828800"/>
              <a:chOff x="715100" y="274199"/>
              <a:chExt cx="1828800" cy="1828800"/>
            </a:xfrm>
          </p:grpSpPr>
          <p:sp>
            <p:nvSpPr>
              <p:cNvPr id="538" name="Google Shape;538;p32"/>
              <p:cNvSpPr/>
              <p:nvPr/>
            </p:nvSpPr>
            <p:spPr>
              <a:xfrm>
                <a:off x="715100" y="274199"/>
                <a:ext cx="1828800" cy="18288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39" name="Google Shape;539;p32"/>
              <p:cNvCxnSpPr/>
              <p:nvPr/>
            </p:nvCxnSpPr>
            <p:spPr>
              <a:xfrm>
                <a:off x="717952" y="637800"/>
                <a:ext cx="1823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540" name="Google Shape;540;p32"/>
              <p:cNvGrpSpPr/>
              <p:nvPr/>
            </p:nvGrpSpPr>
            <p:grpSpPr>
              <a:xfrm>
                <a:off x="2267950" y="363963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541" name="Google Shape;541;p3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2" name="Google Shape;542;p3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543" name="Google Shape;543;p32"/>
              <p:cNvSpPr/>
              <p:nvPr/>
            </p:nvSpPr>
            <p:spPr>
              <a:xfrm>
                <a:off x="1951450" y="367563"/>
                <a:ext cx="179400" cy="1794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44" name="Google Shape;544;p32"/>
              <p:cNvCxnSpPr/>
              <p:nvPr/>
            </p:nvCxnSpPr>
            <p:spPr>
              <a:xfrm>
                <a:off x="1605849" y="546963"/>
                <a:ext cx="208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45" name="Google Shape;545;p32"/>
          <p:cNvSpPr txBox="1">
            <a:spLocks noGrp="1"/>
          </p:cNvSpPr>
          <p:nvPr>
            <p:ph type="title" idx="2"/>
          </p:nvPr>
        </p:nvSpPr>
        <p:spPr>
          <a:xfrm>
            <a:off x="179251" y="590630"/>
            <a:ext cx="1836781" cy="151340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&lt;/&gt;</a:t>
            </a:r>
            <a:endParaRPr dirty="0"/>
          </a:p>
        </p:txBody>
      </p:sp>
      <p:sp>
        <p:nvSpPr>
          <p:cNvPr id="546" name="Google Shape;546;p32"/>
          <p:cNvSpPr txBox="1">
            <a:spLocks noGrp="1"/>
          </p:cNvSpPr>
          <p:nvPr>
            <p:ph type="title"/>
          </p:nvPr>
        </p:nvSpPr>
        <p:spPr>
          <a:xfrm>
            <a:off x="1828800" y="2114546"/>
            <a:ext cx="54864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1" name="Google Shape;551;p32"/>
          <p:cNvSpPr txBox="1">
            <a:spLocks noGrp="1"/>
          </p:cNvSpPr>
          <p:nvPr>
            <p:ph type="subTitle" idx="1"/>
          </p:nvPr>
        </p:nvSpPr>
        <p:spPr>
          <a:xfrm>
            <a:off x="2286000" y="3952891"/>
            <a:ext cx="4572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552" name="Google Shape;552;p32"/>
          <p:cNvGrpSpPr/>
          <p:nvPr/>
        </p:nvGrpSpPr>
        <p:grpSpPr>
          <a:xfrm>
            <a:off x="463651" y="4105603"/>
            <a:ext cx="502899" cy="502899"/>
            <a:chOff x="858700" y="1967475"/>
            <a:chExt cx="605100" cy="605100"/>
          </a:xfrm>
        </p:grpSpPr>
        <p:sp>
          <p:nvSpPr>
            <p:cNvPr id="553" name="Google Shape;553;p32"/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2"/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5" name="Google Shape;555;p32"/>
          <p:cNvSpPr/>
          <p:nvPr/>
        </p:nvSpPr>
        <p:spPr>
          <a:xfrm>
            <a:off x="3828458" y="1721467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32"/>
          <p:cNvSpPr/>
          <p:nvPr/>
        </p:nvSpPr>
        <p:spPr>
          <a:xfrm>
            <a:off x="4292603" y="1570639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32"/>
          <p:cNvSpPr/>
          <p:nvPr/>
        </p:nvSpPr>
        <p:spPr>
          <a:xfrm>
            <a:off x="3042489" y="1417325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8" name="Google Shape;558;p32"/>
          <p:cNvGrpSpPr/>
          <p:nvPr/>
        </p:nvGrpSpPr>
        <p:grpSpPr>
          <a:xfrm>
            <a:off x="463700" y="3419800"/>
            <a:ext cx="502800" cy="502800"/>
            <a:chOff x="1627550" y="2017350"/>
            <a:chExt cx="502800" cy="502800"/>
          </a:xfrm>
        </p:grpSpPr>
        <p:sp>
          <p:nvSpPr>
            <p:cNvPr id="559" name="Google Shape;559;p32"/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2"/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3BFC8D4B-6F18-4784-9F9A-60C797799E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39622" y="1172951"/>
            <a:ext cx="5401186" cy="318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445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52"/>
          <p:cNvSpPr txBox="1">
            <a:spLocks noGrp="1"/>
          </p:cNvSpPr>
          <p:nvPr>
            <p:ph type="subTitle" idx="1"/>
          </p:nvPr>
        </p:nvSpPr>
        <p:spPr>
          <a:xfrm>
            <a:off x="2285980" y="1898836"/>
            <a:ext cx="45720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latin typeface="Rubik Black" panose="020B0604020202020204" charset="-79"/>
                <a:cs typeface="Rubik Black" panose="020B0604020202020204" charset="-79"/>
              </a:rPr>
              <a:t>You !</a:t>
            </a:r>
            <a:endParaRPr sz="4400" b="1" dirty="0">
              <a:latin typeface="Rubik Black" panose="020B0604020202020204" charset="-79"/>
              <a:cs typeface="Rubik Black" panose="020B0604020202020204" charset="-79"/>
            </a:endParaRPr>
          </a:p>
        </p:txBody>
      </p:sp>
      <p:sp>
        <p:nvSpPr>
          <p:cNvPr id="1236" name="Google Shape;1236;p52"/>
          <p:cNvSpPr txBox="1">
            <a:spLocks noGrp="1"/>
          </p:cNvSpPr>
          <p:nvPr>
            <p:ph type="ctrTitle"/>
          </p:nvPr>
        </p:nvSpPr>
        <p:spPr>
          <a:xfrm>
            <a:off x="2285980" y="984428"/>
            <a:ext cx="45720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</a:t>
            </a:r>
            <a:endParaRPr dirty="0"/>
          </a:p>
        </p:txBody>
      </p:sp>
      <p:grpSp>
        <p:nvGrpSpPr>
          <p:cNvPr id="1238" name="Google Shape;1238;p52"/>
          <p:cNvGrpSpPr/>
          <p:nvPr/>
        </p:nvGrpSpPr>
        <p:grpSpPr>
          <a:xfrm>
            <a:off x="274188" y="1428844"/>
            <a:ext cx="1827475" cy="1051350"/>
            <a:chOff x="6161988" y="3104373"/>
            <a:chExt cx="1827475" cy="1051350"/>
          </a:xfrm>
        </p:grpSpPr>
        <p:grpSp>
          <p:nvGrpSpPr>
            <p:cNvPr id="1239" name="Google Shape;1239;p52"/>
            <p:cNvGrpSpPr/>
            <p:nvPr/>
          </p:nvGrpSpPr>
          <p:grpSpPr>
            <a:xfrm>
              <a:off x="6161988" y="3104373"/>
              <a:ext cx="1827475" cy="1051350"/>
              <a:chOff x="274188" y="1278048"/>
              <a:chExt cx="1827475" cy="1051350"/>
            </a:xfrm>
          </p:grpSpPr>
          <p:sp>
            <p:nvSpPr>
              <p:cNvPr id="1240" name="Google Shape;1240;p52"/>
              <p:cNvSpPr/>
              <p:nvPr/>
            </p:nvSpPr>
            <p:spPr>
              <a:xfrm>
                <a:off x="364363" y="1369398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41" name="Google Shape;1241;p52"/>
              <p:cNvGrpSpPr/>
              <p:nvPr/>
            </p:nvGrpSpPr>
            <p:grpSpPr>
              <a:xfrm>
                <a:off x="274188" y="1278048"/>
                <a:ext cx="1737300" cy="960000"/>
                <a:chOff x="7146475" y="2190661"/>
                <a:chExt cx="1737300" cy="960000"/>
              </a:xfrm>
            </p:grpSpPr>
            <p:sp>
              <p:nvSpPr>
                <p:cNvPr id="1242" name="Google Shape;1242;p52"/>
                <p:cNvSpPr/>
                <p:nvPr/>
              </p:nvSpPr>
              <p:spPr>
                <a:xfrm>
                  <a:off x="7146475" y="2190661"/>
                  <a:ext cx="1737300" cy="960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243" name="Google Shape;1243;p52"/>
                <p:cNvCxnSpPr/>
                <p:nvPr/>
              </p:nvCxnSpPr>
              <p:spPr>
                <a:xfrm>
                  <a:off x="7151600" y="2373361"/>
                  <a:ext cx="17247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244" name="Google Shape;1244;p52"/>
            <p:cNvGrpSpPr/>
            <p:nvPr/>
          </p:nvGrpSpPr>
          <p:grpSpPr>
            <a:xfrm>
              <a:off x="6349239" y="3420925"/>
              <a:ext cx="1356472" cy="509050"/>
              <a:chOff x="6343699" y="3416675"/>
              <a:chExt cx="1356472" cy="509050"/>
            </a:xfrm>
          </p:grpSpPr>
          <p:sp>
            <p:nvSpPr>
              <p:cNvPr id="1245" name="Google Shape;1245;p52"/>
              <p:cNvSpPr/>
              <p:nvPr/>
            </p:nvSpPr>
            <p:spPr>
              <a:xfrm>
                <a:off x="6343699" y="3524445"/>
                <a:ext cx="776865" cy="54206"/>
              </a:xfrm>
              <a:custGeom>
                <a:avLst/>
                <a:gdLst/>
                <a:ahLst/>
                <a:cxnLst/>
                <a:rect l="l" t="t" r="r" b="b"/>
                <a:pathLst>
                  <a:path w="19319" h="1348" extrusionOk="0">
                    <a:moveTo>
                      <a:pt x="18435" y="1"/>
                    </a:moveTo>
                    <a:cubicBezTo>
                      <a:pt x="18412" y="1"/>
                      <a:pt x="18389" y="2"/>
                      <a:pt x="18366" y="3"/>
                    </a:cubicBezTo>
                    <a:lnTo>
                      <a:pt x="854" y="3"/>
                    </a:lnTo>
                    <a:cubicBezTo>
                      <a:pt x="0" y="52"/>
                      <a:pt x="0" y="1296"/>
                      <a:pt x="854" y="1345"/>
                    </a:cubicBezTo>
                    <a:lnTo>
                      <a:pt x="18366" y="1345"/>
                    </a:lnTo>
                    <a:cubicBezTo>
                      <a:pt x="18389" y="1347"/>
                      <a:pt x="18412" y="1347"/>
                      <a:pt x="18435" y="1347"/>
                    </a:cubicBezTo>
                    <a:cubicBezTo>
                      <a:pt x="19319" y="1347"/>
                      <a:pt x="19319" y="1"/>
                      <a:pt x="184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52"/>
              <p:cNvSpPr/>
              <p:nvPr/>
            </p:nvSpPr>
            <p:spPr>
              <a:xfrm>
                <a:off x="6343699" y="3651035"/>
                <a:ext cx="777147" cy="55131"/>
              </a:xfrm>
              <a:custGeom>
                <a:avLst/>
                <a:gdLst/>
                <a:ahLst/>
                <a:cxnLst/>
                <a:rect l="l" t="t" r="r" b="b"/>
                <a:pathLst>
                  <a:path w="19326" h="1371" extrusionOk="0">
                    <a:moveTo>
                      <a:pt x="18412" y="1"/>
                    </a:moveTo>
                    <a:cubicBezTo>
                      <a:pt x="18397" y="1"/>
                      <a:pt x="18382" y="1"/>
                      <a:pt x="18366" y="2"/>
                    </a:cubicBezTo>
                    <a:lnTo>
                      <a:pt x="854" y="2"/>
                    </a:lnTo>
                    <a:cubicBezTo>
                      <a:pt x="0" y="75"/>
                      <a:pt x="0" y="1319"/>
                      <a:pt x="854" y="1368"/>
                    </a:cubicBezTo>
                    <a:lnTo>
                      <a:pt x="18366" y="1368"/>
                    </a:lnTo>
                    <a:cubicBezTo>
                      <a:pt x="18389" y="1369"/>
                      <a:pt x="18412" y="1370"/>
                      <a:pt x="18434" y="1370"/>
                    </a:cubicBezTo>
                    <a:cubicBezTo>
                      <a:pt x="19326" y="1370"/>
                      <a:pt x="19319" y="1"/>
                      <a:pt x="184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52"/>
              <p:cNvSpPr/>
              <p:nvPr/>
            </p:nvSpPr>
            <p:spPr>
              <a:xfrm>
                <a:off x="6343699" y="3778469"/>
                <a:ext cx="776865" cy="55172"/>
              </a:xfrm>
              <a:custGeom>
                <a:avLst/>
                <a:gdLst/>
                <a:ahLst/>
                <a:cxnLst/>
                <a:rect l="l" t="t" r="r" b="b"/>
                <a:pathLst>
                  <a:path w="19319" h="1372" extrusionOk="0">
                    <a:moveTo>
                      <a:pt x="18433" y="1"/>
                    </a:moveTo>
                    <a:cubicBezTo>
                      <a:pt x="18411" y="1"/>
                      <a:pt x="18389" y="2"/>
                      <a:pt x="18366" y="3"/>
                    </a:cubicBezTo>
                    <a:lnTo>
                      <a:pt x="854" y="3"/>
                    </a:lnTo>
                    <a:cubicBezTo>
                      <a:pt x="0" y="52"/>
                      <a:pt x="0" y="1320"/>
                      <a:pt x="854" y="1369"/>
                    </a:cubicBezTo>
                    <a:lnTo>
                      <a:pt x="18366" y="1369"/>
                    </a:lnTo>
                    <a:cubicBezTo>
                      <a:pt x="18389" y="1371"/>
                      <a:pt x="18411" y="1372"/>
                      <a:pt x="18433" y="1372"/>
                    </a:cubicBezTo>
                    <a:cubicBezTo>
                      <a:pt x="19319" y="1372"/>
                      <a:pt x="19319" y="1"/>
                      <a:pt x="184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52"/>
              <p:cNvSpPr/>
              <p:nvPr/>
            </p:nvSpPr>
            <p:spPr>
              <a:xfrm>
                <a:off x="7286224" y="3416675"/>
                <a:ext cx="413947" cy="509050"/>
              </a:xfrm>
              <a:custGeom>
                <a:avLst/>
                <a:gdLst/>
                <a:ahLst/>
                <a:cxnLst/>
                <a:rect l="l" t="t" r="r" b="b"/>
                <a:pathLst>
                  <a:path w="10294" h="12659" extrusionOk="0">
                    <a:moveTo>
                      <a:pt x="1" y="1"/>
                    </a:moveTo>
                    <a:lnTo>
                      <a:pt x="1" y="12659"/>
                    </a:lnTo>
                    <a:lnTo>
                      <a:pt x="10293" y="12659"/>
                    </a:lnTo>
                    <a:lnTo>
                      <a:pt x="10293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49" name="Google Shape;1249;p52"/>
          <p:cNvGrpSpPr/>
          <p:nvPr/>
        </p:nvGrpSpPr>
        <p:grpSpPr>
          <a:xfrm>
            <a:off x="3630150" y="2965857"/>
            <a:ext cx="1883700" cy="502800"/>
            <a:chOff x="5406488" y="2852975"/>
            <a:chExt cx="1883700" cy="502800"/>
          </a:xfrm>
        </p:grpSpPr>
        <p:grpSp>
          <p:nvGrpSpPr>
            <p:cNvPr id="1250" name="Google Shape;1250;p52"/>
            <p:cNvGrpSpPr/>
            <p:nvPr/>
          </p:nvGrpSpPr>
          <p:grpSpPr>
            <a:xfrm>
              <a:off x="5406488" y="2852975"/>
              <a:ext cx="502800" cy="502800"/>
              <a:chOff x="7034100" y="3230600"/>
              <a:chExt cx="502800" cy="502800"/>
            </a:xfrm>
          </p:grpSpPr>
          <p:sp>
            <p:nvSpPr>
              <p:cNvPr id="1251" name="Google Shape;1251;p52"/>
              <p:cNvSpPr/>
              <p:nvPr/>
            </p:nvSpPr>
            <p:spPr>
              <a:xfrm>
                <a:off x="7034100" y="3230600"/>
                <a:ext cx="502800" cy="502800"/>
              </a:xfrm>
              <a:prstGeom prst="roundRect">
                <a:avLst>
                  <a:gd name="adj" fmla="val 15109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52" name="Google Shape;1252;p52"/>
              <p:cNvGrpSpPr/>
              <p:nvPr/>
            </p:nvGrpSpPr>
            <p:grpSpPr>
              <a:xfrm>
                <a:off x="7125480" y="3321980"/>
                <a:ext cx="320041" cy="320041"/>
                <a:chOff x="6166397" y="2888965"/>
                <a:chExt cx="215298" cy="215298"/>
              </a:xfrm>
            </p:grpSpPr>
            <p:sp>
              <p:nvSpPr>
                <p:cNvPr id="1253" name="Google Shape;1253;p52"/>
                <p:cNvSpPr/>
                <p:nvPr/>
              </p:nvSpPr>
              <p:spPr>
                <a:xfrm>
                  <a:off x="6166397" y="2888965"/>
                  <a:ext cx="215298" cy="215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4" h="6764" extrusionOk="0">
                      <a:moveTo>
                        <a:pt x="5335" y="346"/>
                      </a:moveTo>
                      <a:cubicBezTo>
                        <a:pt x="5930" y="346"/>
                        <a:pt x="6418" y="834"/>
                        <a:pt x="6418" y="1429"/>
                      </a:cubicBezTo>
                      <a:lnTo>
                        <a:pt x="6418" y="5335"/>
                      </a:lnTo>
                      <a:cubicBezTo>
                        <a:pt x="6418" y="5930"/>
                        <a:pt x="5930" y="6418"/>
                        <a:pt x="5335" y="6418"/>
                      </a:cubicBezTo>
                      <a:lnTo>
                        <a:pt x="1429" y="6418"/>
                      </a:lnTo>
                      <a:cubicBezTo>
                        <a:pt x="834" y="6418"/>
                        <a:pt x="346" y="5930"/>
                        <a:pt x="346" y="5335"/>
                      </a:cubicBezTo>
                      <a:lnTo>
                        <a:pt x="346" y="1429"/>
                      </a:lnTo>
                      <a:cubicBezTo>
                        <a:pt x="346" y="834"/>
                        <a:pt x="834" y="346"/>
                        <a:pt x="1429" y="346"/>
                      </a:cubicBezTo>
                      <a:close/>
                      <a:moveTo>
                        <a:pt x="1429" y="1"/>
                      </a:moveTo>
                      <a:cubicBezTo>
                        <a:pt x="644" y="1"/>
                        <a:pt x="1" y="644"/>
                        <a:pt x="1" y="1429"/>
                      </a:cubicBezTo>
                      <a:lnTo>
                        <a:pt x="1" y="5335"/>
                      </a:lnTo>
                      <a:cubicBezTo>
                        <a:pt x="1" y="6120"/>
                        <a:pt x="644" y="6763"/>
                        <a:pt x="1429" y="6763"/>
                      </a:cubicBezTo>
                      <a:lnTo>
                        <a:pt x="5335" y="6763"/>
                      </a:lnTo>
                      <a:cubicBezTo>
                        <a:pt x="6121" y="6763"/>
                        <a:pt x="6763" y="6120"/>
                        <a:pt x="6763" y="5335"/>
                      </a:cubicBezTo>
                      <a:lnTo>
                        <a:pt x="6763" y="1429"/>
                      </a:lnTo>
                      <a:cubicBezTo>
                        <a:pt x="6763" y="644"/>
                        <a:pt x="6121" y="1"/>
                        <a:pt x="533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4" name="Google Shape;1254;p52"/>
                <p:cNvSpPr/>
                <p:nvPr/>
              </p:nvSpPr>
              <p:spPr>
                <a:xfrm>
                  <a:off x="6216466" y="2940084"/>
                  <a:ext cx="114811" cy="112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7" h="3542" extrusionOk="0">
                      <a:moveTo>
                        <a:pt x="1822" y="0"/>
                      </a:moveTo>
                      <a:cubicBezTo>
                        <a:pt x="812" y="0"/>
                        <a:pt x="1" y="851"/>
                        <a:pt x="59" y="1859"/>
                      </a:cubicBezTo>
                      <a:cubicBezTo>
                        <a:pt x="95" y="2776"/>
                        <a:pt x="833" y="3502"/>
                        <a:pt x="1726" y="3538"/>
                      </a:cubicBezTo>
                      <a:cubicBezTo>
                        <a:pt x="1764" y="3541"/>
                        <a:pt x="1802" y="3542"/>
                        <a:pt x="1840" y="3542"/>
                      </a:cubicBezTo>
                      <a:cubicBezTo>
                        <a:pt x="2178" y="3542"/>
                        <a:pt x="2494" y="3447"/>
                        <a:pt x="2762" y="3276"/>
                      </a:cubicBezTo>
                      <a:cubicBezTo>
                        <a:pt x="2857" y="3217"/>
                        <a:pt x="2869" y="3086"/>
                        <a:pt x="2797" y="3014"/>
                      </a:cubicBezTo>
                      <a:cubicBezTo>
                        <a:pt x="2761" y="2978"/>
                        <a:pt x="2711" y="2964"/>
                        <a:pt x="2664" y="2964"/>
                      </a:cubicBezTo>
                      <a:cubicBezTo>
                        <a:pt x="2634" y="2964"/>
                        <a:pt x="2606" y="2969"/>
                        <a:pt x="2583" y="2979"/>
                      </a:cubicBezTo>
                      <a:cubicBezTo>
                        <a:pt x="2380" y="3096"/>
                        <a:pt x="2149" y="3185"/>
                        <a:pt x="1897" y="3185"/>
                      </a:cubicBezTo>
                      <a:cubicBezTo>
                        <a:pt x="1868" y="3185"/>
                        <a:pt x="1839" y="3183"/>
                        <a:pt x="1809" y="3181"/>
                      </a:cubicBezTo>
                      <a:cubicBezTo>
                        <a:pt x="1023" y="3169"/>
                        <a:pt x="380" y="2514"/>
                        <a:pt x="392" y="1716"/>
                      </a:cubicBezTo>
                      <a:cubicBezTo>
                        <a:pt x="426" y="948"/>
                        <a:pt x="1028" y="330"/>
                        <a:pt x="1792" y="330"/>
                      </a:cubicBezTo>
                      <a:cubicBezTo>
                        <a:pt x="1833" y="330"/>
                        <a:pt x="1874" y="332"/>
                        <a:pt x="1916" y="335"/>
                      </a:cubicBezTo>
                      <a:cubicBezTo>
                        <a:pt x="2619" y="371"/>
                        <a:pt x="3190" y="943"/>
                        <a:pt x="3250" y="1633"/>
                      </a:cubicBezTo>
                      <a:cubicBezTo>
                        <a:pt x="3285" y="1919"/>
                        <a:pt x="3214" y="2193"/>
                        <a:pt x="3095" y="2431"/>
                      </a:cubicBezTo>
                      <a:cubicBezTo>
                        <a:pt x="3059" y="2490"/>
                        <a:pt x="3059" y="2574"/>
                        <a:pt x="3119" y="2633"/>
                      </a:cubicBezTo>
                      <a:cubicBezTo>
                        <a:pt x="3149" y="2663"/>
                        <a:pt x="3191" y="2678"/>
                        <a:pt x="3234" y="2678"/>
                      </a:cubicBezTo>
                      <a:cubicBezTo>
                        <a:pt x="3295" y="2678"/>
                        <a:pt x="3358" y="2648"/>
                        <a:pt x="3393" y="2586"/>
                      </a:cubicBezTo>
                      <a:cubicBezTo>
                        <a:pt x="3536" y="2324"/>
                        <a:pt x="3607" y="2014"/>
                        <a:pt x="3583" y="1669"/>
                      </a:cubicBezTo>
                      <a:cubicBezTo>
                        <a:pt x="3536" y="764"/>
                        <a:pt x="2797" y="50"/>
                        <a:pt x="1904" y="2"/>
                      </a:cubicBezTo>
                      <a:cubicBezTo>
                        <a:pt x="1877" y="1"/>
                        <a:pt x="1849" y="0"/>
                        <a:pt x="182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5" name="Google Shape;1255;p52"/>
                <p:cNvSpPr/>
                <p:nvPr/>
              </p:nvSpPr>
              <p:spPr>
                <a:xfrm>
                  <a:off x="6317622" y="2916625"/>
                  <a:ext cx="29570" cy="2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9" h="918" extrusionOk="0">
                      <a:moveTo>
                        <a:pt x="465" y="1"/>
                      </a:moveTo>
                      <a:cubicBezTo>
                        <a:pt x="203" y="1"/>
                        <a:pt x="0" y="203"/>
                        <a:pt x="0" y="453"/>
                      </a:cubicBezTo>
                      <a:cubicBezTo>
                        <a:pt x="0" y="715"/>
                        <a:pt x="203" y="918"/>
                        <a:pt x="465" y="918"/>
                      </a:cubicBezTo>
                      <a:cubicBezTo>
                        <a:pt x="715" y="918"/>
                        <a:pt x="929" y="715"/>
                        <a:pt x="929" y="453"/>
                      </a:cubicBezTo>
                      <a:cubicBezTo>
                        <a:pt x="929" y="203"/>
                        <a:pt x="715" y="1"/>
                        <a:pt x="46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256" name="Google Shape;1256;p52"/>
            <p:cNvGrpSpPr/>
            <p:nvPr/>
          </p:nvGrpSpPr>
          <p:grpSpPr>
            <a:xfrm>
              <a:off x="6101600" y="2852975"/>
              <a:ext cx="502800" cy="502800"/>
              <a:chOff x="7536900" y="2615775"/>
              <a:chExt cx="502800" cy="502800"/>
            </a:xfrm>
          </p:grpSpPr>
          <p:grpSp>
            <p:nvGrpSpPr>
              <p:cNvPr id="1257" name="Google Shape;1257;p52"/>
              <p:cNvGrpSpPr/>
              <p:nvPr/>
            </p:nvGrpSpPr>
            <p:grpSpPr>
              <a:xfrm>
                <a:off x="7628278" y="2728495"/>
                <a:ext cx="320044" cy="277360"/>
                <a:chOff x="6623062" y="2744141"/>
                <a:chExt cx="208105" cy="186110"/>
              </a:xfrm>
            </p:grpSpPr>
            <p:sp>
              <p:nvSpPr>
                <p:cNvPr id="1258" name="Google Shape;1258;p52"/>
                <p:cNvSpPr/>
                <p:nvPr/>
              </p:nvSpPr>
              <p:spPr>
                <a:xfrm>
                  <a:off x="6630256" y="2809710"/>
                  <a:ext cx="47809" cy="120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" h="3787" extrusionOk="0">
                      <a:moveTo>
                        <a:pt x="1168" y="346"/>
                      </a:moveTo>
                      <a:lnTo>
                        <a:pt x="1168" y="3430"/>
                      </a:lnTo>
                      <a:lnTo>
                        <a:pt x="358" y="3430"/>
                      </a:lnTo>
                      <a:lnTo>
                        <a:pt x="358" y="346"/>
                      </a:lnTo>
                      <a:close/>
                      <a:moveTo>
                        <a:pt x="180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72" y="3787"/>
                        <a:pt x="180" y="3787"/>
                      </a:cubicBezTo>
                      <a:lnTo>
                        <a:pt x="1323" y="3787"/>
                      </a:lnTo>
                      <a:cubicBezTo>
                        <a:pt x="1418" y="3787"/>
                        <a:pt x="1501" y="3715"/>
                        <a:pt x="1501" y="3608"/>
                      </a:cubicBezTo>
                      <a:lnTo>
                        <a:pt x="1501" y="179"/>
                      </a:lnTo>
                      <a:cubicBezTo>
                        <a:pt x="1501" y="72"/>
                        <a:pt x="1430" y="1"/>
                        <a:pt x="132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9" name="Google Shape;1259;p52"/>
                <p:cNvSpPr/>
                <p:nvPr/>
              </p:nvSpPr>
              <p:spPr>
                <a:xfrm>
                  <a:off x="6623062" y="2744141"/>
                  <a:ext cx="55002" cy="550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8" h="1728" extrusionOk="0">
                      <a:moveTo>
                        <a:pt x="870" y="334"/>
                      </a:moveTo>
                      <a:cubicBezTo>
                        <a:pt x="1156" y="334"/>
                        <a:pt x="1394" y="572"/>
                        <a:pt x="1394" y="846"/>
                      </a:cubicBezTo>
                      <a:cubicBezTo>
                        <a:pt x="1394" y="1132"/>
                        <a:pt x="1156" y="1370"/>
                        <a:pt x="870" y="1370"/>
                      </a:cubicBezTo>
                      <a:cubicBezTo>
                        <a:pt x="584" y="1370"/>
                        <a:pt x="346" y="1132"/>
                        <a:pt x="346" y="846"/>
                      </a:cubicBezTo>
                      <a:cubicBezTo>
                        <a:pt x="346" y="572"/>
                        <a:pt x="584" y="334"/>
                        <a:pt x="870" y="334"/>
                      </a:cubicBezTo>
                      <a:close/>
                      <a:moveTo>
                        <a:pt x="870" y="1"/>
                      </a:moveTo>
                      <a:cubicBezTo>
                        <a:pt x="394" y="1"/>
                        <a:pt x="1" y="394"/>
                        <a:pt x="1" y="870"/>
                      </a:cubicBezTo>
                      <a:cubicBezTo>
                        <a:pt x="1" y="1346"/>
                        <a:pt x="394" y="1727"/>
                        <a:pt x="870" y="1727"/>
                      </a:cubicBezTo>
                      <a:cubicBezTo>
                        <a:pt x="1346" y="1727"/>
                        <a:pt x="1727" y="1334"/>
                        <a:pt x="1727" y="870"/>
                      </a:cubicBezTo>
                      <a:cubicBezTo>
                        <a:pt x="1727" y="394"/>
                        <a:pt x="1346" y="1"/>
                        <a:pt x="87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0" name="Google Shape;1260;p52"/>
                <p:cNvSpPr/>
                <p:nvPr/>
              </p:nvSpPr>
              <p:spPr>
                <a:xfrm>
                  <a:off x="6703019" y="2809710"/>
                  <a:ext cx="128148" cy="120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6" h="3787" extrusionOk="0">
                      <a:moveTo>
                        <a:pt x="191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84" y="3787"/>
                        <a:pt x="191" y="3787"/>
                      </a:cubicBezTo>
                      <a:lnTo>
                        <a:pt x="1334" y="3787"/>
                      </a:lnTo>
                      <a:cubicBezTo>
                        <a:pt x="1418" y="3787"/>
                        <a:pt x="1513" y="3715"/>
                        <a:pt x="1513" y="3608"/>
                      </a:cubicBezTo>
                      <a:lnTo>
                        <a:pt x="1513" y="2382"/>
                      </a:lnTo>
                      <a:cubicBezTo>
                        <a:pt x="1513" y="1977"/>
                        <a:pt x="1596" y="1501"/>
                        <a:pt x="2037" y="1501"/>
                      </a:cubicBezTo>
                      <a:cubicBezTo>
                        <a:pt x="2347" y="1501"/>
                        <a:pt x="2477" y="1763"/>
                        <a:pt x="2525" y="2060"/>
                      </a:cubicBezTo>
                      <a:cubicBezTo>
                        <a:pt x="2537" y="2156"/>
                        <a:pt x="2608" y="2215"/>
                        <a:pt x="2692" y="2215"/>
                      </a:cubicBezTo>
                      <a:cubicBezTo>
                        <a:pt x="2787" y="2215"/>
                        <a:pt x="2870" y="2120"/>
                        <a:pt x="2847" y="2025"/>
                      </a:cubicBezTo>
                      <a:cubicBezTo>
                        <a:pt x="2763" y="1465"/>
                        <a:pt x="2477" y="1155"/>
                        <a:pt x="2013" y="1155"/>
                      </a:cubicBezTo>
                      <a:cubicBezTo>
                        <a:pt x="1465" y="1155"/>
                        <a:pt x="1156" y="1608"/>
                        <a:pt x="1156" y="2382"/>
                      </a:cubicBezTo>
                      <a:lnTo>
                        <a:pt x="1156" y="3430"/>
                      </a:lnTo>
                      <a:lnTo>
                        <a:pt x="346" y="3430"/>
                      </a:lnTo>
                      <a:lnTo>
                        <a:pt x="346" y="358"/>
                      </a:lnTo>
                      <a:lnTo>
                        <a:pt x="918" y="358"/>
                      </a:lnTo>
                      <a:lnTo>
                        <a:pt x="918" y="572"/>
                      </a:lnTo>
                      <a:cubicBezTo>
                        <a:pt x="918" y="632"/>
                        <a:pt x="930" y="679"/>
                        <a:pt x="977" y="715"/>
                      </a:cubicBezTo>
                      <a:cubicBezTo>
                        <a:pt x="1007" y="733"/>
                        <a:pt x="1043" y="742"/>
                        <a:pt x="1078" y="742"/>
                      </a:cubicBezTo>
                      <a:cubicBezTo>
                        <a:pt x="1114" y="742"/>
                        <a:pt x="1150" y="733"/>
                        <a:pt x="1180" y="715"/>
                      </a:cubicBezTo>
                      <a:cubicBezTo>
                        <a:pt x="1477" y="477"/>
                        <a:pt x="1835" y="358"/>
                        <a:pt x="2227" y="358"/>
                      </a:cubicBezTo>
                      <a:cubicBezTo>
                        <a:pt x="3204" y="358"/>
                        <a:pt x="3656" y="1191"/>
                        <a:pt x="3656" y="2001"/>
                      </a:cubicBezTo>
                      <a:lnTo>
                        <a:pt x="3656" y="3430"/>
                      </a:lnTo>
                      <a:lnTo>
                        <a:pt x="2847" y="3430"/>
                      </a:lnTo>
                      <a:lnTo>
                        <a:pt x="2847" y="2870"/>
                      </a:lnTo>
                      <a:cubicBezTo>
                        <a:pt x="2847" y="2775"/>
                        <a:pt x="2775" y="2703"/>
                        <a:pt x="2692" y="2703"/>
                      </a:cubicBezTo>
                      <a:cubicBezTo>
                        <a:pt x="2597" y="2703"/>
                        <a:pt x="2525" y="2775"/>
                        <a:pt x="2525" y="2870"/>
                      </a:cubicBezTo>
                      <a:lnTo>
                        <a:pt x="2525" y="3596"/>
                      </a:lnTo>
                      <a:cubicBezTo>
                        <a:pt x="2525" y="3691"/>
                        <a:pt x="2597" y="3775"/>
                        <a:pt x="2704" y="3775"/>
                      </a:cubicBezTo>
                      <a:lnTo>
                        <a:pt x="3847" y="3775"/>
                      </a:lnTo>
                      <a:cubicBezTo>
                        <a:pt x="3942" y="3775"/>
                        <a:pt x="4025" y="3703"/>
                        <a:pt x="4025" y="3596"/>
                      </a:cubicBezTo>
                      <a:lnTo>
                        <a:pt x="4025" y="1989"/>
                      </a:lnTo>
                      <a:cubicBezTo>
                        <a:pt x="4025" y="810"/>
                        <a:pt x="3299" y="1"/>
                        <a:pt x="2239" y="1"/>
                      </a:cubicBezTo>
                      <a:cubicBezTo>
                        <a:pt x="1894" y="1"/>
                        <a:pt x="1573" y="84"/>
                        <a:pt x="1275" y="251"/>
                      </a:cubicBezTo>
                      <a:lnTo>
                        <a:pt x="1275" y="179"/>
                      </a:lnTo>
                      <a:cubicBezTo>
                        <a:pt x="1275" y="84"/>
                        <a:pt x="1204" y="1"/>
                        <a:pt x="109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261" name="Google Shape;1261;p52"/>
              <p:cNvSpPr/>
              <p:nvPr/>
            </p:nvSpPr>
            <p:spPr>
              <a:xfrm>
                <a:off x="7536900" y="2615775"/>
                <a:ext cx="502800" cy="502800"/>
              </a:xfrm>
              <a:prstGeom prst="roundRect">
                <a:avLst>
                  <a:gd name="adj" fmla="val 15109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2" name="Google Shape;1262;p52"/>
            <p:cNvGrpSpPr/>
            <p:nvPr/>
          </p:nvGrpSpPr>
          <p:grpSpPr>
            <a:xfrm>
              <a:off x="6787388" y="2852975"/>
              <a:ext cx="502800" cy="502800"/>
              <a:chOff x="6797488" y="2615775"/>
              <a:chExt cx="502800" cy="502800"/>
            </a:xfrm>
          </p:grpSpPr>
          <p:sp>
            <p:nvSpPr>
              <p:cNvPr id="1263" name="Google Shape;1263;p52"/>
              <p:cNvSpPr/>
              <p:nvPr/>
            </p:nvSpPr>
            <p:spPr>
              <a:xfrm>
                <a:off x="6888871" y="2739162"/>
                <a:ext cx="320033" cy="256025"/>
              </a:xfrm>
              <a:custGeom>
                <a:avLst/>
                <a:gdLst/>
                <a:ahLst/>
                <a:cxnLst/>
                <a:rect l="l" t="t" r="r" b="b"/>
                <a:pathLst>
                  <a:path w="7144" h="5835" extrusionOk="0">
                    <a:moveTo>
                      <a:pt x="4620" y="0"/>
                    </a:moveTo>
                    <a:cubicBezTo>
                      <a:pt x="3727" y="0"/>
                      <a:pt x="2977" y="691"/>
                      <a:pt x="2905" y="1572"/>
                    </a:cubicBezTo>
                    <a:cubicBezTo>
                      <a:pt x="2727" y="1548"/>
                      <a:pt x="2358" y="1441"/>
                      <a:pt x="2262" y="1405"/>
                    </a:cubicBezTo>
                    <a:cubicBezTo>
                      <a:pt x="1643" y="1203"/>
                      <a:pt x="1072" y="810"/>
                      <a:pt x="631" y="322"/>
                    </a:cubicBezTo>
                    <a:cubicBezTo>
                      <a:pt x="596" y="298"/>
                      <a:pt x="572" y="274"/>
                      <a:pt x="524" y="262"/>
                    </a:cubicBezTo>
                    <a:cubicBezTo>
                      <a:pt x="517" y="261"/>
                      <a:pt x="509" y="260"/>
                      <a:pt x="501" y="260"/>
                    </a:cubicBezTo>
                    <a:cubicBezTo>
                      <a:pt x="436" y="260"/>
                      <a:pt x="367" y="304"/>
                      <a:pt x="346" y="357"/>
                    </a:cubicBezTo>
                    <a:cubicBezTo>
                      <a:pt x="238" y="572"/>
                      <a:pt x="179" y="810"/>
                      <a:pt x="179" y="1048"/>
                    </a:cubicBezTo>
                    <a:cubicBezTo>
                      <a:pt x="179" y="1393"/>
                      <a:pt x="286" y="1727"/>
                      <a:pt x="476" y="1977"/>
                    </a:cubicBezTo>
                    <a:cubicBezTo>
                      <a:pt x="466" y="1975"/>
                      <a:pt x="456" y="1974"/>
                      <a:pt x="446" y="1974"/>
                    </a:cubicBezTo>
                    <a:cubicBezTo>
                      <a:pt x="397" y="1974"/>
                      <a:pt x="349" y="1997"/>
                      <a:pt x="310" y="2036"/>
                    </a:cubicBezTo>
                    <a:cubicBezTo>
                      <a:pt x="286" y="2060"/>
                      <a:pt x="286" y="2108"/>
                      <a:pt x="274" y="2143"/>
                    </a:cubicBezTo>
                    <a:lnTo>
                      <a:pt x="274" y="2203"/>
                    </a:lnTo>
                    <a:cubicBezTo>
                      <a:pt x="274" y="2655"/>
                      <a:pt x="476" y="3072"/>
                      <a:pt x="822" y="3358"/>
                    </a:cubicBezTo>
                    <a:cubicBezTo>
                      <a:pt x="786" y="3370"/>
                      <a:pt x="774" y="3405"/>
                      <a:pt x="762" y="3417"/>
                    </a:cubicBezTo>
                    <a:cubicBezTo>
                      <a:pt x="750" y="3465"/>
                      <a:pt x="727" y="3513"/>
                      <a:pt x="750" y="3548"/>
                    </a:cubicBezTo>
                    <a:cubicBezTo>
                      <a:pt x="893" y="4024"/>
                      <a:pt x="1262" y="4405"/>
                      <a:pt x="1727" y="4548"/>
                    </a:cubicBezTo>
                    <a:cubicBezTo>
                      <a:pt x="1310" y="4798"/>
                      <a:pt x="834" y="4941"/>
                      <a:pt x="334" y="4941"/>
                    </a:cubicBezTo>
                    <a:lnTo>
                      <a:pt x="191" y="4941"/>
                    </a:lnTo>
                    <a:cubicBezTo>
                      <a:pt x="107" y="4941"/>
                      <a:pt x="36" y="5001"/>
                      <a:pt x="12" y="5084"/>
                    </a:cubicBezTo>
                    <a:cubicBezTo>
                      <a:pt x="0" y="5156"/>
                      <a:pt x="48" y="5239"/>
                      <a:pt x="107" y="5263"/>
                    </a:cubicBezTo>
                    <a:cubicBezTo>
                      <a:pt x="727" y="5632"/>
                      <a:pt x="1465" y="5834"/>
                      <a:pt x="2191" y="5834"/>
                    </a:cubicBezTo>
                    <a:cubicBezTo>
                      <a:pt x="3072" y="5834"/>
                      <a:pt x="3905" y="5560"/>
                      <a:pt x="4596" y="5060"/>
                    </a:cubicBezTo>
                    <a:cubicBezTo>
                      <a:pt x="4691" y="5001"/>
                      <a:pt x="4691" y="4858"/>
                      <a:pt x="4620" y="4786"/>
                    </a:cubicBezTo>
                    <a:cubicBezTo>
                      <a:pt x="4587" y="4754"/>
                      <a:pt x="4544" y="4735"/>
                      <a:pt x="4499" y="4735"/>
                    </a:cubicBezTo>
                    <a:cubicBezTo>
                      <a:pt x="4463" y="4735"/>
                      <a:pt x="4426" y="4748"/>
                      <a:pt x="4394" y="4775"/>
                    </a:cubicBezTo>
                    <a:cubicBezTo>
                      <a:pt x="3763" y="5215"/>
                      <a:pt x="3013" y="5489"/>
                      <a:pt x="2191" y="5489"/>
                    </a:cubicBezTo>
                    <a:cubicBezTo>
                      <a:pt x="1727" y="5489"/>
                      <a:pt x="1262" y="5394"/>
                      <a:pt x="846" y="5239"/>
                    </a:cubicBezTo>
                    <a:cubicBezTo>
                      <a:pt x="1369" y="5144"/>
                      <a:pt x="1846" y="4917"/>
                      <a:pt x="2262" y="4584"/>
                    </a:cubicBezTo>
                    <a:cubicBezTo>
                      <a:pt x="2310" y="4536"/>
                      <a:pt x="2334" y="4477"/>
                      <a:pt x="2322" y="4417"/>
                    </a:cubicBezTo>
                    <a:cubicBezTo>
                      <a:pt x="2310" y="4346"/>
                      <a:pt x="2239" y="4286"/>
                      <a:pt x="2155" y="4286"/>
                    </a:cubicBezTo>
                    <a:cubicBezTo>
                      <a:pt x="1739" y="4263"/>
                      <a:pt x="1369" y="4048"/>
                      <a:pt x="1167" y="3691"/>
                    </a:cubicBezTo>
                    <a:cubicBezTo>
                      <a:pt x="1250" y="3691"/>
                      <a:pt x="1358" y="3667"/>
                      <a:pt x="1441" y="3643"/>
                    </a:cubicBezTo>
                    <a:cubicBezTo>
                      <a:pt x="1524" y="3632"/>
                      <a:pt x="1584" y="3572"/>
                      <a:pt x="1584" y="3489"/>
                    </a:cubicBezTo>
                    <a:cubicBezTo>
                      <a:pt x="1596" y="3405"/>
                      <a:pt x="1536" y="3334"/>
                      <a:pt x="1441" y="3298"/>
                    </a:cubicBezTo>
                    <a:cubicBezTo>
                      <a:pt x="1000" y="3191"/>
                      <a:pt x="667" y="2822"/>
                      <a:pt x="596" y="2381"/>
                    </a:cubicBezTo>
                    <a:lnTo>
                      <a:pt x="596" y="2381"/>
                    </a:lnTo>
                    <a:cubicBezTo>
                      <a:pt x="727" y="2405"/>
                      <a:pt x="869" y="2417"/>
                      <a:pt x="1000" y="2417"/>
                    </a:cubicBezTo>
                    <a:cubicBezTo>
                      <a:pt x="1084" y="2417"/>
                      <a:pt x="1143" y="2358"/>
                      <a:pt x="1167" y="2274"/>
                    </a:cubicBezTo>
                    <a:cubicBezTo>
                      <a:pt x="1179" y="2203"/>
                      <a:pt x="1131" y="2143"/>
                      <a:pt x="1072" y="2108"/>
                    </a:cubicBezTo>
                    <a:cubicBezTo>
                      <a:pt x="703" y="1881"/>
                      <a:pt x="476" y="1488"/>
                      <a:pt x="476" y="1048"/>
                    </a:cubicBezTo>
                    <a:cubicBezTo>
                      <a:pt x="476" y="953"/>
                      <a:pt x="488" y="846"/>
                      <a:pt x="524" y="738"/>
                    </a:cubicBezTo>
                    <a:cubicBezTo>
                      <a:pt x="965" y="1191"/>
                      <a:pt x="1524" y="1524"/>
                      <a:pt x="2120" y="1727"/>
                    </a:cubicBezTo>
                    <a:cubicBezTo>
                      <a:pt x="2120" y="1727"/>
                      <a:pt x="2715" y="1905"/>
                      <a:pt x="2929" y="1917"/>
                    </a:cubicBezTo>
                    <a:lnTo>
                      <a:pt x="3024" y="1917"/>
                    </a:lnTo>
                    <a:cubicBezTo>
                      <a:pt x="3096" y="1917"/>
                      <a:pt x="3167" y="1869"/>
                      <a:pt x="3191" y="1798"/>
                    </a:cubicBezTo>
                    <a:cubicBezTo>
                      <a:pt x="3203" y="1786"/>
                      <a:pt x="3203" y="1750"/>
                      <a:pt x="3203" y="1738"/>
                    </a:cubicBezTo>
                    <a:lnTo>
                      <a:pt x="3203" y="1703"/>
                    </a:lnTo>
                    <a:cubicBezTo>
                      <a:pt x="3203" y="953"/>
                      <a:pt x="3810" y="334"/>
                      <a:pt x="4572" y="334"/>
                    </a:cubicBezTo>
                    <a:cubicBezTo>
                      <a:pt x="4941" y="334"/>
                      <a:pt x="5287" y="488"/>
                      <a:pt x="5549" y="750"/>
                    </a:cubicBezTo>
                    <a:cubicBezTo>
                      <a:pt x="5585" y="787"/>
                      <a:pt x="5621" y="802"/>
                      <a:pt x="5663" y="802"/>
                    </a:cubicBezTo>
                    <a:cubicBezTo>
                      <a:pt x="5676" y="802"/>
                      <a:pt x="5689" y="801"/>
                      <a:pt x="5703" y="798"/>
                    </a:cubicBezTo>
                    <a:cubicBezTo>
                      <a:pt x="5882" y="762"/>
                      <a:pt x="6049" y="738"/>
                      <a:pt x="6203" y="679"/>
                    </a:cubicBezTo>
                    <a:lnTo>
                      <a:pt x="6203" y="679"/>
                    </a:lnTo>
                    <a:cubicBezTo>
                      <a:pt x="6120" y="762"/>
                      <a:pt x="6013" y="857"/>
                      <a:pt x="5894" y="917"/>
                    </a:cubicBezTo>
                    <a:cubicBezTo>
                      <a:pt x="5822" y="965"/>
                      <a:pt x="5787" y="1048"/>
                      <a:pt x="5822" y="1143"/>
                    </a:cubicBezTo>
                    <a:cubicBezTo>
                      <a:pt x="5846" y="1203"/>
                      <a:pt x="5930" y="1250"/>
                      <a:pt x="6001" y="1250"/>
                    </a:cubicBezTo>
                    <a:cubicBezTo>
                      <a:pt x="6144" y="1227"/>
                      <a:pt x="6287" y="1215"/>
                      <a:pt x="6418" y="1167"/>
                    </a:cubicBezTo>
                    <a:lnTo>
                      <a:pt x="6418" y="1167"/>
                    </a:lnTo>
                    <a:cubicBezTo>
                      <a:pt x="6299" y="1286"/>
                      <a:pt x="6168" y="1405"/>
                      <a:pt x="6013" y="1512"/>
                    </a:cubicBezTo>
                    <a:cubicBezTo>
                      <a:pt x="5965" y="1548"/>
                      <a:pt x="5941" y="1608"/>
                      <a:pt x="5941" y="1655"/>
                    </a:cubicBezTo>
                    <a:lnTo>
                      <a:pt x="5941" y="1679"/>
                    </a:lnTo>
                    <a:lnTo>
                      <a:pt x="5941" y="1703"/>
                    </a:lnTo>
                    <a:lnTo>
                      <a:pt x="5941" y="1727"/>
                    </a:lnTo>
                    <a:cubicBezTo>
                      <a:pt x="5941" y="2691"/>
                      <a:pt x="5572" y="3572"/>
                      <a:pt x="4977" y="4227"/>
                    </a:cubicBezTo>
                    <a:cubicBezTo>
                      <a:pt x="4918" y="4298"/>
                      <a:pt x="4918" y="4405"/>
                      <a:pt x="4977" y="4465"/>
                    </a:cubicBezTo>
                    <a:cubicBezTo>
                      <a:pt x="5011" y="4499"/>
                      <a:pt x="5053" y="4514"/>
                      <a:pt x="5096" y="4514"/>
                    </a:cubicBezTo>
                    <a:cubicBezTo>
                      <a:pt x="5143" y="4514"/>
                      <a:pt x="5190" y="4496"/>
                      <a:pt x="5227" y="4465"/>
                    </a:cubicBezTo>
                    <a:cubicBezTo>
                      <a:pt x="5894" y="3715"/>
                      <a:pt x="6263" y="2762"/>
                      <a:pt x="6287" y="1750"/>
                    </a:cubicBezTo>
                    <a:cubicBezTo>
                      <a:pt x="6596" y="1524"/>
                      <a:pt x="6846" y="1250"/>
                      <a:pt x="7061" y="917"/>
                    </a:cubicBezTo>
                    <a:cubicBezTo>
                      <a:pt x="7144" y="857"/>
                      <a:pt x="7132" y="750"/>
                      <a:pt x="7061" y="715"/>
                    </a:cubicBezTo>
                    <a:cubicBezTo>
                      <a:pt x="7029" y="683"/>
                      <a:pt x="6987" y="667"/>
                      <a:pt x="6937" y="667"/>
                    </a:cubicBezTo>
                    <a:cubicBezTo>
                      <a:pt x="6912" y="667"/>
                      <a:pt x="6886" y="671"/>
                      <a:pt x="6858" y="679"/>
                    </a:cubicBezTo>
                    <a:cubicBezTo>
                      <a:pt x="6775" y="726"/>
                      <a:pt x="6680" y="750"/>
                      <a:pt x="6596" y="786"/>
                    </a:cubicBezTo>
                    <a:cubicBezTo>
                      <a:pt x="6680" y="667"/>
                      <a:pt x="6763" y="512"/>
                      <a:pt x="6823" y="369"/>
                    </a:cubicBezTo>
                    <a:cubicBezTo>
                      <a:pt x="6834" y="310"/>
                      <a:pt x="6834" y="238"/>
                      <a:pt x="6787" y="191"/>
                    </a:cubicBezTo>
                    <a:cubicBezTo>
                      <a:pt x="6750" y="153"/>
                      <a:pt x="6703" y="135"/>
                      <a:pt x="6659" y="135"/>
                    </a:cubicBezTo>
                    <a:cubicBezTo>
                      <a:pt x="6632" y="135"/>
                      <a:pt x="6607" y="142"/>
                      <a:pt x="6584" y="155"/>
                    </a:cubicBezTo>
                    <a:cubicBezTo>
                      <a:pt x="6322" y="310"/>
                      <a:pt x="6061" y="393"/>
                      <a:pt x="5775" y="441"/>
                    </a:cubicBezTo>
                    <a:cubicBezTo>
                      <a:pt x="5465" y="143"/>
                      <a:pt x="5048" y="0"/>
                      <a:pt x="46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52"/>
              <p:cNvSpPr/>
              <p:nvPr/>
            </p:nvSpPr>
            <p:spPr>
              <a:xfrm>
                <a:off x="6797488" y="2615775"/>
                <a:ext cx="502800" cy="502800"/>
              </a:xfrm>
              <a:prstGeom prst="roundRect">
                <a:avLst>
                  <a:gd name="adj" fmla="val 15109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65" name="Google Shape;1265;p52"/>
          <p:cNvGrpSpPr/>
          <p:nvPr/>
        </p:nvGrpSpPr>
        <p:grpSpPr>
          <a:xfrm>
            <a:off x="274211" y="2663294"/>
            <a:ext cx="1823501" cy="1051350"/>
            <a:chOff x="7469486" y="1480344"/>
            <a:chExt cx="1823501" cy="1051350"/>
          </a:xfrm>
        </p:grpSpPr>
        <p:grpSp>
          <p:nvGrpSpPr>
            <p:cNvPr id="1266" name="Google Shape;1266;p52"/>
            <p:cNvGrpSpPr/>
            <p:nvPr/>
          </p:nvGrpSpPr>
          <p:grpSpPr>
            <a:xfrm>
              <a:off x="7469709" y="1480344"/>
              <a:ext cx="1823279" cy="1051350"/>
              <a:chOff x="278384" y="1278048"/>
              <a:chExt cx="1823279" cy="1051350"/>
            </a:xfrm>
          </p:grpSpPr>
          <p:sp>
            <p:nvSpPr>
              <p:cNvPr id="1267" name="Google Shape;1267;p52"/>
              <p:cNvSpPr/>
              <p:nvPr/>
            </p:nvSpPr>
            <p:spPr>
              <a:xfrm>
                <a:off x="364363" y="1369398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68" name="Google Shape;1268;p52"/>
              <p:cNvGrpSpPr/>
              <p:nvPr/>
            </p:nvGrpSpPr>
            <p:grpSpPr>
              <a:xfrm>
                <a:off x="278384" y="1278048"/>
                <a:ext cx="1737300" cy="960000"/>
                <a:chOff x="7150671" y="2190661"/>
                <a:chExt cx="1737300" cy="960000"/>
              </a:xfrm>
            </p:grpSpPr>
            <p:sp>
              <p:nvSpPr>
                <p:cNvPr id="1269" name="Google Shape;1269;p52"/>
                <p:cNvSpPr/>
                <p:nvPr/>
              </p:nvSpPr>
              <p:spPr>
                <a:xfrm>
                  <a:off x="7150671" y="2190661"/>
                  <a:ext cx="1737300" cy="960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270" name="Google Shape;1270;p52"/>
                <p:cNvCxnSpPr/>
                <p:nvPr/>
              </p:nvCxnSpPr>
              <p:spPr>
                <a:xfrm>
                  <a:off x="7151600" y="2373361"/>
                  <a:ext cx="17247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cxnSp>
          <p:nvCxnSpPr>
            <p:cNvPr id="1271" name="Google Shape;1271;p52"/>
            <p:cNvCxnSpPr/>
            <p:nvPr/>
          </p:nvCxnSpPr>
          <p:spPr>
            <a:xfrm>
              <a:off x="7469486" y="2052225"/>
              <a:ext cx="17241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72" name="Google Shape;1272;p52"/>
            <p:cNvSpPr/>
            <p:nvPr/>
          </p:nvSpPr>
          <p:spPr>
            <a:xfrm>
              <a:off x="8031688" y="1782907"/>
              <a:ext cx="599697" cy="538636"/>
            </a:xfrm>
            <a:custGeom>
              <a:avLst/>
              <a:gdLst/>
              <a:ahLst/>
              <a:cxnLst/>
              <a:rect l="l" t="t" r="r" b="b"/>
              <a:pathLst>
                <a:path w="11123" h="9990" extrusionOk="0">
                  <a:moveTo>
                    <a:pt x="5566" y="0"/>
                  </a:moveTo>
                  <a:cubicBezTo>
                    <a:pt x="4372" y="0"/>
                    <a:pt x="3174" y="424"/>
                    <a:pt x="2220" y="1288"/>
                  </a:cubicBezTo>
                  <a:cubicBezTo>
                    <a:pt x="172" y="3117"/>
                    <a:pt x="1" y="6287"/>
                    <a:pt x="1855" y="8336"/>
                  </a:cubicBezTo>
                  <a:cubicBezTo>
                    <a:pt x="2832" y="9431"/>
                    <a:pt x="4192" y="9989"/>
                    <a:pt x="5560" y="9989"/>
                  </a:cubicBezTo>
                  <a:cubicBezTo>
                    <a:pt x="6752" y="9989"/>
                    <a:pt x="7949" y="9565"/>
                    <a:pt x="8903" y="8702"/>
                  </a:cubicBezTo>
                  <a:cubicBezTo>
                    <a:pt x="10952" y="6873"/>
                    <a:pt x="11123" y="3702"/>
                    <a:pt x="9293" y="1653"/>
                  </a:cubicBezTo>
                  <a:cubicBezTo>
                    <a:pt x="8303" y="559"/>
                    <a:pt x="6936" y="0"/>
                    <a:pt x="5566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52"/>
            <p:cNvSpPr/>
            <p:nvPr/>
          </p:nvSpPr>
          <p:spPr>
            <a:xfrm>
              <a:off x="8111159" y="1873044"/>
              <a:ext cx="448465" cy="440236"/>
            </a:xfrm>
            <a:custGeom>
              <a:avLst/>
              <a:gdLst/>
              <a:ahLst/>
              <a:cxnLst/>
              <a:rect l="l" t="t" r="r" b="b"/>
              <a:pathLst>
                <a:path w="8318" h="8165" extrusionOk="0">
                  <a:moveTo>
                    <a:pt x="4147" y="0"/>
                  </a:moveTo>
                  <a:cubicBezTo>
                    <a:pt x="1171" y="0"/>
                    <a:pt x="1366" y="3829"/>
                    <a:pt x="1366" y="3829"/>
                  </a:cubicBezTo>
                  <a:lnTo>
                    <a:pt x="2513" y="3829"/>
                  </a:lnTo>
                  <a:cubicBezTo>
                    <a:pt x="2659" y="4098"/>
                    <a:pt x="2854" y="4366"/>
                    <a:pt x="3074" y="4561"/>
                  </a:cubicBezTo>
                  <a:cubicBezTo>
                    <a:pt x="1952" y="4707"/>
                    <a:pt x="879" y="5195"/>
                    <a:pt x="1" y="5951"/>
                  </a:cubicBezTo>
                  <a:cubicBezTo>
                    <a:pt x="1000" y="7427"/>
                    <a:pt x="2580" y="8165"/>
                    <a:pt x="4159" y="8165"/>
                  </a:cubicBezTo>
                  <a:cubicBezTo>
                    <a:pt x="5738" y="8165"/>
                    <a:pt x="7317" y="7427"/>
                    <a:pt x="8317" y="5951"/>
                  </a:cubicBezTo>
                  <a:cubicBezTo>
                    <a:pt x="7439" y="5195"/>
                    <a:pt x="6366" y="4707"/>
                    <a:pt x="5220" y="4561"/>
                  </a:cubicBezTo>
                  <a:cubicBezTo>
                    <a:pt x="5464" y="4366"/>
                    <a:pt x="5659" y="4098"/>
                    <a:pt x="5805" y="3829"/>
                  </a:cubicBezTo>
                  <a:lnTo>
                    <a:pt x="6952" y="3829"/>
                  </a:lnTo>
                  <a:cubicBezTo>
                    <a:pt x="6952" y="3829"/>
                    <a:pt x="7122" y="0"/>
                    <a:pt x="4147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4" name="Google Shape;1274;p52"/>
          <p:cNvGrpSpPr/>
          <p:nvPr/>
        </p:nvGrpSpPr>
        <p:grpSpPr>
          <a:xfrm>
            <a:off x="7927951" y="2080033"/>
            <a:ext cx="941841" cy="2789257"/>
            <a:chOff x="6592201" y="2061933"/>
            <a:chExt cx="941841" cy="2789257"/>
          </a:xfrm>
        </p:grpSpPr>
        <p:sp>
          <p:nvSpPr>
            <p:cNvPr id="1275" name="Google Shape;1275;p52"/>
            <p:cNvSpPr/>
            <p:nvPr/>
          </p:nvSpPr>
          <p:spPr>
            <a:xfrm>
              <a:off x="6592201" y="2061933"/>
              <a:ext cx="941841" cy="2789257"/>
            </a:xfrm>
            <a:custGeom>
              <a:avLst/>
              <a:gdLst/>
              <a:ahLst/>
              <a:cxnLst/>
              <a:rect l="l" t="t" r="r" b="b"/>
              <a:pathLst>
                <a:path w="8343" h="24976" extrusionOk="0">
                  <a:moveTo>
                    <a:pt x="440" y="24537"/>
                  </a:moveTo>
                  <a:cubicBezTo>
                    <a:pt x="147" y="24244"/>
                    <a:pt x="1" y="23854"/>
                    <a:pt x="1" y="23464"/>
                  </a:cubicBezTo>
                  <a:lnTo>
                    <a:pt x="1" y="4074"/>
                  </a:lnTo>
                  <a:cubicBezTo>
                    <a:pt x="50" y="1805"/>
                    <a:pt x="1903" y="1"/>
                    <a:pt x="4172" y="1"/>
                  </a:cubicBezTo>
                  <a:cubicBezTo>
                    <a:pt x="6440" y="1"/>
                    <a:pt x="8269" y="1805"/>
                    <a:pt x="8342" y="4074"/>
                  </a:cubicBezTo>
                  <a:lnTo>
                    <a:pt x="8342" y="23464"/>
                  </a:lnTo>
                  <a:cubicBezTo>
                    <a:pt x="8342" y="24293"/>
                    <a:pt x="7659" y="24976"/>
                    <a:pt x="6806" y="24976"/>
                  </a:cubicBezTo>
                  <a:lnTo>
                    <a:pt x="1537" y="24976"/>
                  </a:lnTo>
                  <a:cubicBezTo>
                    <a:pt x="1123" y="24976"/>
                    <a:pt x="733" y="24829"/>
                    <a:pt x="440" y="24537"/>
                  </a:cubicBezTo>
                  <a:close/>
                  <a:moveTo>
                    <a:pt x="4172" y="3293"/>
                  </a:moveTo>
                  <a:cubicBezTo>
                    <a:pt x="4952" y="3293"/>
                    <a:pt x="4952" y="2147"/>
                    <a:pt x="4172" y="2147"/>
                  </a:cubicBezTo>
                  <a:cubicBezTo>
                    <a:pt x="4025" y="2147"/>
                    <a:pt x="3879" y="2196"/>
                    <a:pt x="3757" y="2318"/>
                  </a:cubicBezTo>
                  <a:cubicBezTo>
                    <a:pt x="3537" y="2537"/>
                    <a:pt x="3537" y="2903"/>
                    <a:pt x="3757" y="3123"/>
                  </a:cubicBezTo>
                  <a:cubicBezTo>
                    <a:pt x="3879" y="3244"/>
                    <a:pt x="4025" y="3293"/>
                    <a:pt x="4172" y="3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52"/>
            <p:cNvSpPr/>
            <p:nvPr/>
          </p:nvSpPr>
          <p:spPr>
            <a:xfrm>
              <a:off x="6592201" y="2061933"/>
              <a:ext cx="941841" cy="2789257"/>
            </a:xfrm>
            <a:custGeom>
              <a:avLst/>
              <a:gdLst/>
              <a:ahLst/>
              <a:cxnLst/>
              <a:rect l="l" t="t" r="r" b="b"/>
              <a:pathLst>
                <a:path w="8343" h="24976" extrusionOk="0">
                  <a:moveTo>
                    <a:pt x="391" y="23464"/>
                  </a:moveTo>
                  <a:cubicBezTo>
                    <a:pt x="391" y="23756"/>
                    <a:pt x="513" y="24049"/>
                    <a:pt x="733" y="24268"/>
                  </a:cubicBezTo>
                  <a:cubicBezTo>
                    <a:pt x="928" y="24488"/>
                    <a:pt x="1220" y="24585"/>
                    <a:pt x="1537" y="24585"/>
                  </a:cubicBezTo>
                  <a:lnTo>
                    <a:pt x="6806" y="24585"/>
                  </a:lnTo>
                  <a:cubicBezTo>
                    <a:pt x="7440" y="24585"/>
                    <a:pt x="7952" y="24073"/>
                    <a:pt x="7952" y="23464"/>
                  </a:cubicBezTo>
                  <a:lnTo>
                    <a:pt x="7952" y="4074"/>
                  </a:lnTo>
                  <a:cubicBezTo>
                    <a:pt x="7879" y="2025"/>
                    <a:pt x="6220" y="391"/>
                    <a:pt x="4172" y="391"/>
                  </a:cubicBezTo>
                  <a:cubicBezTo>
                    <a:pt x="2123" y="391"/>
                    <a:pt x="440" y="2025"/>
                    <a:pt x="391" y="4074"/>
                  </a:cubicBezTo>
                  <a:close/>
                  <a:moveTo>
                    <a:pt x="4172" y="2196"/>
                  </a:moveTo>
                  <a:cubicBezTo>
                    <a:pt x="4854" y="2196"/>
                    <a:pt x="4854" y="3244"/>
                    <a:pt x="4172" y="3244"/>
                  </a:cubicBezTo>
                  <a:cubicBezTo>
                    <a:pt x="4025" y="3244"/>
                    <a:pt x="3903" y="3171"/>
                    <a:pt x="3806" y="3074"/>
                  </a:cubicBezTo>
                  <a:cubicBezTo>
                    <a:pt x="3611" y="2879"/>
                    <a:pt x="3611" y="2562"/>
                    <a:pt x="3806" y="2342"/>
                  </a:cubicBezTo>
                  <a:cubicBezTo>
                    <a:pt x="3903" y="2245"/>
                    <a:pt x="4025" y="2196"/>
                    <a:pt x="4172" y="2196"/>
                  </a:cubicBezTo>
                  <a:close/>
                  <a:moveTo>
                    <a:pt x="3611" y="2147"/>
                  </a:moveTo>
                  <a:cubicBezTo>
                    <a:pt x="4220" y="1513"/>
                    <a:pt x="5269" y="2196"/>
                    <a:pt x="4928" y="3025"/>
                  </a:cubicBezTo>
                  <a:cubicBezTo>
                    <a:pt x="4586" y="3854"/>
                    <a:pt x="3367" y="3610"/>
                    <a:pt x="3367" y="2708"/>
                  </a:cubicBezTo>
                  <a:cubicBezTo>
                    <a:pt x="3367" y="2488"/>
                    <a:pt x="3440" y="2293"/>
                    <a:pt x="3611" y="2147"/>
                  </a:cubicBezTo>
                  <a:close/>
                  <a:moveTo>
                    <a:pt x="7196" y="19951"/>
                  </a:moveTo>
                  <a:lnTo>
                    <a:pt x="7196" y="19951"/>
                  </a:lnTo>
                  <a:lnTo>
                    <a:pt x="7196" y="22805"/>
                  </a:lnTo>
                  <a:cubicBezTo>
                    <a:pt x="7196" y="22878"/>
                    <a:pt x="7123" y="22951"/>
                    <a:pt x="7049" y="22951"/>
                  </a:cubicBezTo>
                  <a:lnTo>
                    <a:pt x="1294" y="22951"/>
                  </a:lnTo>
                  <a:cubicBezTo>
                    <a:pt x="1220" y="22951"/>
                    <a:pt x="1147" y="22878"/>
                    <a:pt x="1147" y="22805"/>
                  </a:cubicBezTo>
                  <a:lnTo>
                    <a:pt x="1147" y="5635"/>
                  </a:lnTo>
                  <a:cubicBezTo>
                    <a:pt x="1147" y="5562"/>
                    <a:pt x="1220" y="5488"/>
                    <a:pt x="1294" y="5488"/>
                  </a:cubicBezTo>
                  <a:lnTo>
                    <a:pt x="7025" y="5488"/>
                  </a:lnTo>
                  <a:cubicBezTo>
                    <a:pt x="7123" y="5488"/>
                    <a:pt x="7196" y="5562"/>
                    <a:pt x="7196" y="5635"/>
                  </a:cubicBezTo>
                  <a:lnTo>
                    <a:pt x="7196" y="8488"/>
                  </a:lnTo>
                  <a:lnTo>
                    <a:pt x="7196" y="8488"/>
                  </a:lnTo>
                  <a:lnTo>
                    <a:pt x="7196" y="11366"/>
                  </a:lnTo>
                  <a:lnTo>
                    <a:pt x="7196" y="11366"/>
                  </a:lnTo>
                  <a:lnTo>
                    <a:pt x="7196" y="14220"/>
                  </a:lnTo>
                  <a:lnTo>
                    <a:pt x="7196" y="14220"/>
                  </a:lnTo>
                  <a:lnTo>
                    <a:pt x="7196" y="17073"/>
                  </a:lnTo>
                  <a:lnTo>
                    <a:pt x="7196" y="17073"/>
                  </a:lnTo>
                  <a:lnTo>
                    <a:pt x="7196" y="19927"/>
                  </a:lnTo>
                  <a:close/>
                  <a:moveTo>
                    <a:pt x="6879" y="20098"/>
                  </a:moveTo>
                  <a:lnTo>
                    <a:pt x="6879" y="22659"/>
                  </a:lnTo>
                  <a:lnTo>
                    <a:pt x="1440" y="22659"/>
                  </a:lnTo>
                  <a:lnTo>
                    <a:pt x="1440" y="20098"/>
                  </a:lnTo>
                  <a:close/>
                  <a:moveTo>
                    <a:pt x="1440" y="19781"/>
                  </a:moveTo>
                  <a:lnTo>
                    <a:pt x="1440" y="17220"/>
                  </a:lnTo>
                  <a:lnTo>
                    <a:pt x="6879" y="17220"/>
                  </a:lnTo>
                  <a:lnTo>
                    <a:pt x="6879" y="19781"/>
                  </a:lnTo>
                  <a:close/>
                  <a:moveTo>
                    <a:pt x="1440" y="16927"/>
                  </a:moveTo>
                  <a:lnTo>
                    <a:pt x="1440" y="14366"/>
                  </a:lnTo>
                  <a:lnTo>
                    <a:pt x="6879" y="14366"/>
                  </a:lnTo>
                  <a:lnTo>
                    <a:pt x="6879" y="16927"/>
                  </a:lnTo>
                  <a:close/>
                  <a:moveTo>
                    <a:pt x="1440" y="14074"/>
                  </a:moveTo>
                  <a:lnTo>
                    <a:pt x="1440" y="11513"/>
                  </a:lnTo>
                  <a:lnTo>
                    <a:pt x="6879" y="11513"/>
                  </a:lnTo>
                  <a:lnTo>
                    <a:pt x="6879" y="14074"/>
                  </a:lnTo>
                  <a:close/>
                  <a:moveTo>
                    <a:pt x="1440" y="11196"/>
                  </a:moveTo>
                  <a:lnTo>
                    <a:pt x="1440" y="8635"/>
                  </a:lnTo>
                  <a:lnTo>
                    <a:pt x="6879" y="8635"/>
                  </a:lnTo>
                  <a:lnTo>
                    <a:pt x="6879" y="11196"/>
                  </a:lnTo>
                  <a:close/>
                  <a:moveTo>
                    <a:pt x="1440" y="8342"/>
                  </a:moveTo>
                  <a:lnTo>
                    <a:pt x="1440" y="5805"/>
                  </a:lnTo>
                  <a:lnTo>
                    <a:pt x="6879" y="5805"/>
                  </a:lnTo>
                  <a:lnTo>
                    <a:pt x="6879" y="8366"/>
                  </a:lnTo>
                  <a:close/>
                  <a:moveTo>
                    <a:pt x="440" y="24537"/>
                  </a:moveTo>
                  <a:cubicBezTo>
                    <a:pt x="147" y="24244"/>
                    <a:pt x="1" y="23854"/>
                    <a:pt x="1" y="23464"/>
                  </a:cubicBezTo>
                  <a:lnTo>
                    <a:pt x="1" y="4074"/>
                  </a:lnTo>
                  <a:cubicBezTo>
                    <a:pt x="50" y="1805"/>
                    <a:pt x="1903" y="1"/>
                    <a:pt x="4172" y="1"/>
                  </a:cubicBezTo>
                  <a:cubicBezTo>
                    <a:pt x="6440" y="1"/>
                    <a:pt x="8293" y="1805"/>
                    <a:pt x="8342" y="4074"/>
                  </a:cubicBezTo>
                  <a:lnTo>
                    <a:pt x="8342" y="23464"/>
                  </a:lnTo>
                  <a:cubicBezTo>
                    <a:pt x="8342" y="24293"/>
                    <a:pt x="7659" y="24976"/>
                    <a:pt x="6830" y="24976"/>
                  </a:cubicBezTo>
                  <a:lnTo>
                    <a:pt x="1537" y="24976"/>
                  </a:lnTo>
                  <a:cubicBezTo>
                    <a:pt x="1123" y="24976"/>
                    <a:pt x="733" y="24829"/>
                    <a:pt x="440" y="245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52"/>
            <p:cNvSpPr/>
            <p:nvPr/>
          </p:nvSpPr>
          <p:spPr>
            <a:xfrm>
              <a:off x="6636341" y="2105487"/>
              <a:ext cx="853561" cy="2702149"/>
            </a:xfrm>
            <a:custGeom>
              <a:avLst/>
              <a:gdLst/>
              <a:ahLst/>
              <a:cxnLst/>
              <a:rect l="l" t="t" r="r" b="b"/>
              <a:pathLst>
                <a:path w="7561" h="24196" extrusionOk="0">
                  <a:moveTo>
                    <a:pt x="0" y="3684"/>
                  </a:moveTo>
                  <a:lnTo>
                    <a:pt x="0" y="23074"/>
                  </a:lnTo>
                  <a:cubicBezTo>
                    <a:pt x="0" y="23366"/>
                    <a:pt x="122" y="23659"/>
                    <a:pt x="342" y="23878"/>
                  </a:cubicBezTo>
                  <a:cubicBezTo>
                    <a:pt x="537" y="24098"/>
                    <a:pt x="829" y="24195"/>
                    <a:pt x="1146" y="24195"/>
                  </a:cubicBezTo>
                  <a:lnTo>
                    <a:pt x="6415" y="24195"/>
                  </a:lnTo>
                  <a:cubicBezTo>
                    <a:pt x="7049" y="24195"/>
                    <a:pt x="7561" y="23683"/>
                    <a:pt x="7561" y="23074"/>
                  </a:cubicBezTo>
                  <a:lnTo>
                    <a:pt x="7561" y="3684"/>
                  </a:lnTo>
                  <a:cubicBezTo>
                    <a:pt x="7488" y="1635"/>
                    <a:pt x="5829" y="1"/>
                    <a:pt x="3781" y="1"/>
                  </a:cubicBezTo>
                  <a:cubicBezTo>
                    <a:pt x="1732" y="1"/>
                    <a:pt x="49" y="1635"/>
                    <a:pt x="0" y="3684"/>
                  </a:cubicBezTo>
                  <a:close/>
                  <a:moveTo>
                    <a:pt x="4585" y="2318"/>
                  </a:moveTo>
                  <a:cubicBezTo>
                    <a:pt x="4585" y="3220"/>
                    <a:pt x="3366" y="3464"/>
                    <a:pt x="3024" y="2635"/>
                  </a:cubicBezTo>
                  <a:cubicBezTo>
                    <a:pt x="2683" y="1806"/>
                    <a:pt x="3732" y="1123"/>
                    <a:pt x="4366" y="1757"/>
                  </a:cubicBezTo>
                  <a:cubicBezTo>
                    <a:pt x="4512" y="1903"/>
                    <a:pt x="4585" y="2098"/>
                    <a:pt x="4585" y="2318"/>
                  </a:cubicBezTo>
                  <a:close/>
                  <a:moveTo>
                    <a:pt x="903" y="5098"/>
                  </a:moveTo>
                  <a:lnTo>
                    <a:pt x="6634" y="5098"/>
                  </a:lnTo>
                  <a:cubicBezTo>
                    <a:pt x="6732" y="5098"/>
                    <a:pt x="6805" y="5172"/>
                    <a:pt x="6805" y="5245"/>
                  </a:cubicBezTo>
                  <a:lnTo>
                    <a:pt x="6805" y="8123"/>
                  </a:lnTo>
                  <a:lnTo>
                    <a:pt x="6805" y="8123"/>
                  </a:lnTo>
                  <a:lnTo>
                    <a:pt x="6805" y="10976"/>
                  </a:lnTo>
                  <a:lnTo>
                    <a:pt x="6805" y="10976"/>
                  </a:lnTo>
                  <a:lnTo>
                    <a:pt x="6805" y="13830"/>
                  </a:lnTo>
                  <a:lnTo>
                    <a:pt x="6805" y="13830"/>
                  </a:lnTo>
                  <a:lnTo>
                    <a:pt x="6805" y="16683"/>
                  </a:lnTo>
                  <a:lnTo>
                    <a:pt x="6805" y="16683"/>
                  </a:lnTo>
                  <a:lnTo>
                    <a:pt x="6805" y="19537"/>
                  </a:lnTo>
                  <a:lnTo>
                    <a:pt x="6805" y="19537"/>
                  </a:lnTo>
                  <a:lnTo>
                    <a:pt x="6805" y="22415"/>
                  </a:lnTo>
                  <a:cubicBezTo>
                    <a:pt x="6805" y="22488"/>
                    <a:pt x="6732" y="22561"/>
                    <a:pt x="6634" y="22561"/>
                  </a:cubicBezTo>
                  <a:lnTo>
                    <a:pt x="903" y="22561"/>
                  </a:lnTo>
                  <a:cubicBezTo>
                    <a:pt x="829" y="22561"/>
                    <a:pt x="756" y="22488"/>
                    <a:pt x="756" y="22415"/>
                  </a:cubicBezTo>
                  <a:lnTo>
                    <a:pt x="756" y="5245"/>
                  </a:lnTo>
                  <a:cubicBezTo>
                    <a:pt x="756" y="5172"/>
                    <a:pt x="829" y="5098"/>
                    <a:pt x="903" y="50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52"/>
            <p:cNvSpPr/>
            <p:nvPr/>
          </p:nvSpPr>
          <p:spPr>
            <a:xfrm>
              <a:off x="6754649" y="2707541"/>
              <a:ext cx="614122" cy="286006"/>
            </a:xfrm>
            <a:custGeom>
              <a:avLst/>
              <a:gdLst/>
              <a:ahLst/>
              <a:cxnLst/>
              <a:rect l="l" t="t" r="r" b="b"/>
              <a:pathLst>
                <a:path w="5440" h="2561" extrusionOk="0">
                  <a:moveTo>
                    <a:pt x="1" y="0"/>
                  </a:moveTo>
                  <a:lnTo>
                    <a:pt x="1" y="2561"/>
                  </a:lnTo>
                  <a:lnTo>
                    <a:pt x="5440" y="2561"/>
                  </a:lnTo>
                  <a:lnTo>
                    <a:pt x="5440" y="0"/>
                  </a:lnTo>
                  <a:close/>
                </a:path>
              </a:pathLst>
            </a:custGeom>
            <a:solidFill>
              <a:schemeClr val="accent3">
                <a:alpha val="666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52"/>
            <p:cNvSpPr/>
            <p:nvPr/>
          </p:nvSpPr>
          <p:spPr>
            <a:xfrm>
              <a:off x="6754649" y="3028949"/>
              <a:ext cx="614122" cy="286006"/>
            </a:xfrm>
            <a:custGeom>
              <a:avLst/>
              <a:gdLst/>
              <a:ahLst/>
              <a:cxnLst/>
              <a:rect l="l" t="t" r="r" b="b"/>
              <a:pathLst>
                <a:path w="5440" h="2561" extrusionOk="0">
                  <a:moveTo>
                    <a:pt x="1" y="0"/>
                  </a:moveTo>
                  <a:lnTo>
                    <a:pt x="1" y="2561"/>
                  </a:lnTo>
                  <a:lnTo>
                    <a:pt x="5440" y="2561"/>
                  </a:lnTo>
                  <a:lnTo>
                    <a:pt x="5440" y="0"/>
                  </a:lnTo>
                  <a:close/>
                </a:path>
              </a:pathLst>
            </a:custGeom>
            <a:solidFill>
              <a:schemeClr val="accent3">
                <a:alpha val="7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52"/>
            <p:cNvSpPr/>
            <p:nvPr/>
          </p:nvSpPr>
          <p:spPr>
            <a:xfrm>
              <a:off x="6754649" y="3347564"/>
              <a:ext cx="614122" cy="286118"/>
            </a:xfrm>
            <a:custGeom>
              <a:avLst/>
              <a:gdLst/>
              <a:ahLst/>
              <a:cxnLst/>
              <a:rect l="l" t="t" r="r" b="b"/>
              <a:pathLst>
                <a:path w="5440" h="2562" extrusionOk="0">
                  <a:moveTo>
                    <a:pt x="1" y="1"/>
                  </a:moveTo>
                  <a:lnTo>
                    <a:pt x="1" y="2562"/>
                  </a:lnTo>
                  <a:lnTo>
                    <a:pt x="5440" y="2562"/>
                  </a:lnTo>
                  <a:lnTo>
                    <a:pt x="5440" y="1"/>
                  </a:ln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52"/>
            <p:cNvSpPr/>
            <p:nvPr/>
          </p:nvSpPr>
          <p:spPr>
            <a:xfrm>
              <a:off x="6754649" y="3666292"/>
              <a:ext cx="614122" cy="286118"/>
            </a:xfrm>
            <a:custGeom>
              <a:avLst/>
              <a:gdLst/>
              <a:ahLst/>
              <a:cxnLst/>
              <a:rect l="l" t="t" r="r" b="b"/>
              <a:pathLst>
                <a:path w="5440" h="2562" extrusionOk="0">
                  <a:moveTo>
                    <a:pt x="1" y="0"/>
                  </a:moveTo>
                  <a:lnTo>
                    <a:pt x="1" y="2561"/>
                  </a:lnTo>
                  <a:lnTo>
                    <a:pt x="5440" y="2561"/>
                  </a:lnTo>
                  <a:lnTo>
                    <a:pt x="5440" y="0"/>
                  </a:lnTo>
                  <a:close/>
                </a:path>
              </a:pathLst>
            </a:custGeom>
            <a:solidFill>
              <a:schemeClr val="accent3">
                <a:alpha val="866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52"/>
            <p:cNvSpPr/>
            <p:nvPr/>
          </p:nvSpPr>
          <p:spPr>
            <a:xfrm>
              <a:off x="6754649" y="3987700"/>
              <a:ext cx="614122" cy="286118"/>
            </a:xfrm>
            <a:custGeom>
              <a:avLst/>
              <a:gdLst/>
              <a:ahLst/>
              <a:cxnLst/>
              <a:rect l="l" t="t" r="r" b="b"/>
              <a:pathLst>
                <a:path w="5440" h="2562" extrusionOk="0">
                  <a:moveTo>
                    <a:pt x="1" y="0"/>
                  </a:moveTo>
                  <a:lnTo>
                    <a:pt x="1" y="2561"/>
                  </a:lnTo>
                  <a:lnTo>
                    <a:pt x="5440" y="2561"/>
                  </a:lnTo>
                  <a:lnTo>
                    <a:pt x="5440" y="0"/>
                  </a:lnTo>
                  <a:close/>
                </a:path>
              </a:pathLst>
            </a:custGeom>
            <a:solidFill>
              <a:schemeClr val="accent3">
                <a:alpha val="9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52"/>
            <p:cNvSpPr/>
            <p:nvPr/>
          </p:nvSpPr>
          <p:spPr>
            <a:xfrm>
              <a:off x="6754649" y="4306316"/>
              <a:ext cx="614122" cy="286118"/>
            </a:xfrm>
            <a:custGeom>
              <a:avLst/>
              <a:gdLst/>
              <a:ahLst/>
              <a:cxnLst/>
              <a:rect l="l" t="t" r="r" b="b"/>
              <a:pathLst>
                <a:path w="5440" h="2562" extrusionOk="0">
                  <a:moveTo>
                    <a:pt x="1" y="1"/>
                  </a:moveTo>
                  <a:lnTo>
                    <a:pt x="1" y="2562"/>
                  </a:lnTo>
                  <a:lnTo>
                    <a:pt x="5440" y="2562"/>
                  </a:lnTo>
                  <a:lnTo>
                    <a:pt x="544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52"/>
            <p:cNvSpPr/>
            <p:nvPr/>
          </p:nvSpPr>
          <p:spPr>
            <a:xfrm>
              <a:off x="6655532" y="2184555"/>
              <a:ext cx="834370" cy="2623081"/>
            </a:xfrm>
            <a:custGeom>
              <a:avLst/>
              <a:gdLst/>
              <a:ahLst/>
              <a:cxnLst/>
              <a:rect l="l" t="t" r="r" b="b"/>
              <a:pathLst>
                <a:path w="7391" h="23488" extrusionOk="0">
                  <a:moveTo>
                    <a:pt x="6928" y="21951"/>
                  </a:moveTo>
                  <a:cubicBezTo>
                    <a:pt x="6928" y="22244"/>
                    <a:pt x="6830" y="22536"/>
                    <a:pt x="6610" y="22756"/>
                  </a:cubicBezTo>
                  <a:cubicBezTo>
                    <a:pt x="6391" y="22975"/>
                    <a:pt x="6098" y="23073"/>
                    <a:pt x="5806" y="23097"/>
                  </a:cubicBezTo>
                  <a:lnTo>
                    <a:pt x="513" y="23097"/>
                  </a:lnTo>
                  <a:cubicBezTo>
                    <a:pt x="342" y="23097"/>
                    <a:pt x="172" y="23048"/>
                    <a:pt x="1" y="22951"/>
                  </a:cubicBezTo>
                  <a:cubicBezTo>
                    <a:pt x="50" y="23024"/>
                    <a:pt x="98" y="23097"/>
                    <a:pt x="172" y="23170"/>
                  </a:cubicBezTo>
                  <a:cubicBezTo>
                    <a:pt x="367" y="23390"/>
                    <a:pt x="659" y="23487"/>
                    <a:pt x="976" y="23487"/>
                  </a:cubicBezTo>
                  <a:lnTo>
                    <a:pt x="6245" y="23487"/>
                  </a:lnTo>
                  <a:cubicBezTo>
                    <a:pt x="6879" y="23487"/>
                    <a:pt x="7391" y="22975"/>
                    <a:pt x="7391" y="22366"/>
                  </a:cubicBezTo>
                  <a:lnTo>
                    <a:pt x="7391" y="2976"/>
                  </a:lnTo>
                  <a:cubicBezTo>
                    <a:pt x="7391" y="1976"/>
                    <a:pt x="6976" y="1025"/>
                    <a:pt x="6269" y="317"/>
                  </a:cubicBezTo>
                  <a:cubicBezTo>
                    <a:pt x="6171" y="195"/>
                    <a:pt x="6049" y="98"/>
                    <a:pt x="5928" y="0"/>
                  </a:cubicBezTo>
                  <a:cubicBezTo>
                    <a:pt x="6586" y="707"/>
                    <a:pt x="6952" y="1610"/>
                    <a:pt x="6928" y="2561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5" name="Google Shape;1285;p52"/>
          <p:cNvGrpSpPr/>
          <p:nvPr/>
        </p:nvGrpSpPr>
        <p:grpSpPr>
          <a:xfrm>
            <a:off x="7141459" y="1885950"/>
            <a:ext cx="603495" cy="1371596"/>
            <a:chOff x="3724575" y="3497700"/>
            <a:chExt cx="603495" cy="1371596"/>
          </a:xfrm>
        </p:grpSpPr>
        <p:sp>
          <p:nvSpPr>
            <p:cNvPr id="1286" name="Google Shape;1286;p52"/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52"/>
            <p:cNvSpPr/>
            <p:nvPr/>
          </p:nvSpPr>
          <p:spPr>
            <a:xfrm>
              <a:off x="3757170" y="3848221"/>
              <a:ext cx="538223" cy="988485"/>
            </a:xfrm>
            <a:custGeom>
              <a:avLst/>
              <a:gdLst/>
              <a:ahLst/>
              <a:cxnLst/>
              <a:rect l="l" t="t" r="r" b="b"/>
              <a:pathLst>
                <a:path w="6440" h="11830" extrusionOk="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52"/>
            <p:cNvSpPr/>
            <p:nvPr/>
          </p:nvSpPr>
          <p:spPr>
            <a:xfrm>
              <a:off x="3816342" y="4047922"/>
              <a:ext cx="38779" cy="654255"/>
            </a:xfrm>
            <a:custGeom>
              <a:avLst/>
              <a:gdLst/>
              <a:ahLst/>
              <a:cxnLst/>
              <a:rect l="l" t="t" r="r" b="b"/>
              <a:pathLst>
                <a:path w="464" h="7830" extrusionOk="0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52"/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52"/>
            <p:cNvSpPr/>
            <p:nvPr/>
          </p:nvSpPr>
          <p:spPr>
            <a:xfrm>
              <a:off x="3871336" y="3530287"/>
              <a:ext cx="309980" cy="285349"/>
            </a:xfrm>
            <a:custGeom>
              <a:avLst/>
              <a:gdLst/>
              <a:ahLst/>
              <a:cxnLst/>
              <a:rect l="l" t="t" r="r" b="b"/>
              <a:pathLst>
                <a:path w="3709" h="3415" extrusionOk="0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52"/>
            <p:cNvSpPr/>
            <p:nvPr/>
          </p:nvSpPr>
          <p:spPr>
            <a:xfrm>
              <a:off x="3775557" y="3848221"/>
              <a:ext cx="519836" cy="988485"/>
            </a:xfrm>
            <a:custGeom>
              <a:avLst/>
              <a:gdLst/>
              <a:ahLst/>
              <a:cxnLst/>
              <a:rect l="l" t="t" r="r" b="b"/>
              <a:pathLst>
                <a:path w="6220" h="11830" extrusionOk="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1D8C1BC0-75D4-B0B5-DA2A-536198BD0F6C}"/>
              </a:ext>
            </a:extLst>
          </p:cNvPr>
          <p:cNvSpPr/>
          <p:nvPr/>
        </p:nvSpPr>
        <p:spPr>
          <a:xfrm>
            <a:off x="2285980" y="3514195"/>
            <a:ext cx="4434309" cy="6448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@UrbanHomeServices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ft Colors UI Design for Agencies by Slidesgo">
  <a:themeElements>
    <a:clrScheme name="Simple Light">
      <a:dk1>
        <a:srgbClr val="000000"/>
      </a:dk1>
      <a:lt1>
        <a:srgbClr val="FCF6E8"/>
      </a:lt1>
      <a:dk2>
        <a:srgbClr val="DBCFC3"/>
      </a:dk2>
      <a:lt2>
        <a:srgbClr val="EFC4B9"/>
      </a:lt2>
      <a:accent1>
        <a:srgbClr val="FDBC96"/>
      </a:accent1>
      <a:accent2>
        <a:srgbClr val="DAC2CF"/>
      </a:accent2>
      <a:accent3>
        <a:srgbClr val="D3E3D6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368</Words>
  <Application>Microsoft Office PowerPoint</Application>
  <PresentationFormat>On-screen Show (16:9)</PresentationFormat>
  <Paragraphs>22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Rubik Black</vt:lpstr>
      <vt:lpstr>Arial</vt:lpstr>
      <vt:lpstr>Bebas Neue</vt:lpstr>
      <vt:lpstr>Arial Black</vt:lpstr>
      <vt:lpstr>Karla</vt:lpstr>
      <vt:lpstr>Soft Colors UI Design for Agencies by Slidesgo</vt:lpstr>
      <vt:lpstr>URBAN HOME SERVICES</vt:lpstr>
      <vt:lpstr>Team Members :</vt:lpstr>
      <vt:lpstr>Introduction  "Welcome to our urban home services website project, where convenience meets quality in the heart of city living. Our mission is to simplify your urban lifestyle by offering a comprehensive range of home services at your fingertips. From plumbing and electrical repairs to home cleaning and maintenance, Join us on this journey to elevate your urban living experience."  </vt:lpstr>
      <vt:lpstr>PowerPoint Presentation</vt:lpstr>
      <vt:lpstr> Features  1. Reliability:    - Verified Providers: Implement a verification process for service providers to ensure reliability.    - Customer Feedback: Allow users to review service providers to build trust.  2. Time-Consumption:    - Advanced Search Filters: Enable users to quickly narrow down options based on location,         services offered, ratings, etc.    - Instant Booking: Provide a streamlined booking process with real-time availability.  3. Limited Information:    - Detailed Provider Profiles: Include comprehensive information about each service provider, experience, and customer feedback.     </vt:lpstr>
      <vt:lpstr>  4. Communication Issues:    - In-App Messaging: Offer a built-in messaging system to facilitate communication between users and providers.   5. Payment Challenges:    - Transparent Pricing: Clearly display service costs upfront and provide detailed breakdowns.   6. Limited Service Options:     - Diverse Service Categories: Expand the range of services offered to a wider variety of home maintenance needs.     </vt:lpstr>
      <vt:lpstr>PowerPoint Presentation</vt:lpstr>
      <vt:lpstr>&lt;/&gt;</vt:lpstr>
      <vt:lpstr>Thank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 SERVICES</dc:title>
  <dc:creator>Shivkumar</dc:creator>
  <cp:lastModifiedBy>Ajinkya Kamble</cp:lastModifiedBy>
  <cp:revision>15</cp:revision>
  <dcterms:modified xsi:type="dcterms:W3CDTF">2024-04-17T14:27:07Z</dcterms:modified>
</cp:coreProperties>
</file>